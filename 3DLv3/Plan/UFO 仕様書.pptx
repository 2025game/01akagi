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AB9E6F-4D2D-4414-A859-7E5F61259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299247-4901-4537-947F-0F0C41496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7F8ED2-1FD5-43E9-AC1E-CADC0565F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4151DF-28D8-495D-8E4C-1EF692223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F00B72-81BC-406B-932E-CE29CE67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53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FF7125-42A1-4E99-8A5B-59410086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EE35CA-26C3-4B97-9410-9E3D8B92A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FD67F4-C085-4797-AF2A-A89820F8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E26B77-677F-4C0D-BD58-60B09AF9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0DDC64-0BC0-4E70-BCC6-B01A5A07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017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112C9-8052-4CD9-8CF6-CCBBDDF6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DC4913-63E1-4A29-901E-3901A96A0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11E7E4-D951-49FD-8059-ACB608F55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E2C39F-C2F0-4DB9-B21A-FBF7272D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525DC3-37CA-4CA4-B5D0-4C819309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78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C86809-F33F-4133-86E3-FBEA73D7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143972-4047-4CB1-954C-9B75CC0A8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DED3BC-8312-4821-AD95-9544702F8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64EBA6-2CB3-49DE-BDE9-570CE94BC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70BD22-A1E3-4DAE-AA51-ECA95C3C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157732-135F-4652-A26D-294B6B07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30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4CA9C8-32A0-4D74-A99F-9858DB41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30E110-8D4B-43D2-8816-714683586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27F98A-B127-4404-871A-415FFED02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1EBC9D-3244-4F60-A5B1-E4BEC8396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13E790-1C48-4371-894B-411CAAD49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035C9B1-D8C8-4808-9064-3628D069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97B7F4-781D-4C97-ADB8-57F2C36A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B784CCF-19F8-4558-B413-CC70879E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503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502886-EBAC-4194-8D46-0961E47E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DF1C31-217F-448A-9AC5-4A84BCCB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0C86BF-F907-4698-BF83-1090C208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9491874-FFE9-4B7B-8D46-3343999A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37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A26CF2E-59B8-4B49-89D1-1B6CC502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E478D30-AA03-4A4E-98BD-0AAF1272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19C985-85F3-4791-9BE4-D6C81EDC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787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B0629F-A801-4A57-A260-80889139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4B9E4D-6CC4-4E34-A967-F415116B9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7DAE1E-85E3-4B21-A561-ED28FFEB7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24E316-085C-4E2A-A85F-1869B390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6BF70C-575B-43FF-A348-823A1008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1A8356-B8F0-4D06-9CA9-8064681F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80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D13F79-78EE-4993-B4C7-4DB73B69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7FC1D75-0810-4F40-95B0-4235DB4A8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A2FAAD-B881-4B38-9002-19163EA54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E4F7B4-2A56-43E1-8EA3-0B0474EB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328E54-9E72-4843-9CBC-E6B59CAD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820100-64FC-4722-A995-17D44669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25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AEB6EB-7353-4DCB-BB5E-0753E0D04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5F4ED6-2258-43A6-8F53-689566646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F2FBAD-C6BE-4B73-903D-768D0E61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992C37-2498-4A51-A685-176B6677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2BCC46-42DA-4072-B4D5-CA4AC9E34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19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D2C83B-3E6A-4C52-806D-6FB2DC129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6F0553-2560-4E5B-941E-3C27AAEFD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74F205-02C0-44BD-AC4D-32D9B303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4A9E47-0114-48AE-951F-C7F79E65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58CBEE-5C4D-4ABB-9F11-3AF39E91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3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45DDA79-5C12-431D-BC58-8BEEC59D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F5CE57-EDC9-4220-A2F7-EFDFFB703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CB4CC0-5F20-4A97-9E85-33E814D6B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FB157-21C2-4624-8FD5-FB8F487DA5E1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5B3C3C-822E-41B6-9F36-19C0A3AE7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337D28-7DF0-477D-8931-30A67A63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C736C-5C66-47FD-80BB-BE578A7A7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175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411606-457F-4C79-92EF-533F159592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UFO 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仕様書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EF2A7A-0DC3-4BFD-B44B-ED7B57686B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60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782EF7-A453-4123-ABFD-656E219A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7839"/>
            <a:ext cx="10515600" cy="5749124"/>
          </a:xfrm>
        </p:spPr>
        <p:txBody>
          <a:bodyPr>
            <a:normAutofit fontScale="77500" lnSpcReduction="20000"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タイトル画面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セレクト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画面（ステージ選択、設定、終わり）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ステージ選択画面（ヘキサゴン、牧場、月面（チュートリアル）、街（首都））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各ステージの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プレイヤーの基本画面（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UI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の説明も、ミニマップ）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操作方法の画面（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UFO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の動きも混みで、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UFO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で改造するときのチュートリアルはどうするか？）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連れ去る（カメラを下にして光線を発射するやつ）画面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UFO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の状態（当たった時の動き、狙われているときの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UI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出てくる人々、動物（動きの種類、落下判定）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出てくるオブジェクト（兵器、建物、車を落としたり）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ゲームオーバー画面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エンディング画面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帰還の演出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帰還した時のリザルト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町の種類（町にあるオブジェクト、いる人、ギミック）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912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231E5-EC05-41C7-8FC2-613B93BF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8909"/>
          </a:xfrm>
        </p:spPr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タイトル画面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E7DF1AE-0896-4C47-BC10-05AD8A0B97EA}"/>
              </a:ext>
            </a:extLst>
          </p:cNvPr>
          <p:cNvSpPr/>
          <p:nvPr/>
        </p:nvSpPr>
        <p:spPr>
          <a:xfrm>
            <a:off x="1549037" y="1568347"/>
            <a:ext cx="8953500" cy="449658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モデル 16" descr="街を作りましょう">
                <a:extLst>
                  <a:ext uri="{FF2B5EF4-FFF2-40B4-BE49-F238E27FC236}">
                    <a16:creationId xmlns:a16="http://schemas.microsoft.com/office/drawing/2014/main" id="{4647FF4A-5CBC-4532-99B0-26E9B8F1D7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1317625"/>
                  </p:ext>
                </p:extLst>
              </p:nvPr>
            </p:nvGraphicFramePr>
            <p:xfrm>
              <a:off x="3820447" y="2969350"/>
              <a:ext cx="5432780" cy="18560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32780" cy="1856067"/>
                    </a:xfrm>
                    <a:prstGeom prst="rect">
                      <a:avLst/>
                    </a:prstGeom>
                  </am3d:spPr>
                  <am3d:camera>
                    <am3d:pos x="0" y="0" z="562834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7289" d="1000000"/>
                    <am3d:preTrans dx="-286039" dy="-4921797" dz="196114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1025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モデル 16" descr="街を作りましょう">
                <a:extLst>
                  <a:ext uri="{FF2B5EF4-FFF2-40B4-BE49-F238E27FC236}">
                    <a16:creationId xmlns:a16="http://schemas.microsoft.com/office/drawing/2014/main" id="{4647FF4A-5CBC-4532-99B0-26E9B8F1D7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0447" y="2969350"/>
                <a:ext cx="5432780" cy="1856067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4BDAFBAC-C12C-49E3-87CD-992F21C7FB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358" t="21873" r="21670" b="42775"/>
          <a:stretch/>
        </p:blipFill>
        <p:spPr>
          <a:xfrm rot="20886604">
            <a:off x="6022382" y="3453665"/>
            <a:ext cx="4444007" cy="2176812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45D9B3A-A53E-4A46-90BD-673CA83050CE}"/>
              </a:ext>
            </a:extLst>
          </p:cNvPr>
          <p:cNvSpPr/>
          <p:nvPr/>
        </p:nvSpPr>
        <p:spPr>
          <a:xfrm>
            <a:off x="6119614" y="2277532"/>
            <a:ext cx="3758268" cy="7550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街を狙う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UFO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6669994-18D5-4EEB-829D-AFBDE691D6C6}"/>
              </a:ext>
            </a:extLst>
          </p:cNvPr>
          <p:cNvSpPr txBox="1"/>
          <p:nvPr/>
        </p:nvSpPr>
        <p:spPr>
          <a:xfrm>
            <a:off x="1689463" y="1970666"/>
            <a:ext cx="2355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E0DEE73-9D0C-4DBA-B115-530A5E7C0CC5}"/>
              </a:ext>
            </a:extLst>
          </p:cNvPr>
          <p:cNvSpPr txBox="1"/>
          <p:nvPr/>
        </p:nvSpPr>
        <p:spPr>
          <a:xfrm>
            <a:off x="1744549" y="2655036"/>
            <a:ext cx="2156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ステージ選択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設定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終わる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0585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231E5-EC05-41C7-8FC2-613B93BF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8909"/>
          </a:xfrm>
        </p:spPr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タイトル画面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E7DF1AE-0896-4C47-BC10-05AD8A0B97EA}"/>
              </a:ext>
            </a:extLst>
          </p:cNvPr>
          <p:cNvSpPr/>
          <p:nvPr/>
        </p:nvSpPr>
        <p:spPr>
          <a:xfrm>
            <a:off x="1549037" y="1568347"/>
            <a:ext cx="8953500" cy="449658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モデル 16" descr="街を作りましょう">
                <a:extLst>
                  <a:ext uri="{FF2B5EF4-FFF2-40B4-BE49-F238E27FC236}">
                    <a16:creationId xmlns:a16="http://schemas.microsoft.com/office/drawing/2014/main" id="{4647FF4A-5CBC-4532-99B0-26E9B8F1D7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20447" y="2969350"/>
              <a:ext cx="5432780" cy="18560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32780" cy="1856067"/>
                    </a:xfrm>
                    <a:prstGeom prst="rect">
                      <a:avLst/>
                    </a:prstGeom>
                  </am3d:spPr>
                  <am3d:camera>
                    <am3d:pos x="0" y="0" z="562834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7289" d="1000000"/>
                    <am3d:preTrans dx="-286039" dy="-4921797" dz="196114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1025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モデル 16" descr="街を作りましょう">
                <a:extLst>
                  <a:ext uri="{FF2B5EF4-FFF2-40B4-BE49-F238E27FC236}">
                    <a16:creationId xmlns:a16="http://schemas.microsoft.com/office/drawing/2014/main" id="{4647FF4A-5CBC-4532-99B0-26E9B8F1D7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0447" y="2969350"/>
                <a:ext cx="5432780" cy="1856067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4BDAFBAC-C12C-49E3-87CD-992F21C7FB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358" t="21873" r="21670" b="42775"/>
          <a:stretch/>
        </p:blipFill>
        <p:spPr>
          <a:xfrm rot="20886604">
            <a:off x="5946881" y="3453665"/>
            <a:ext cx="4444007" cy="2176812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E0DEE73-9D0C-4DBA-B115-530A5E7C0CC5}"/>
              </a:ext>
            </a:extLst>
          </p:cNvPr>
          <p:cNvSpPr txBox="1"/>
          <p:nvPr/>
        </p:nvSpPr>
        <p:spPr>
          <a:xfrm>
            <a:off x="1744549" y="2655036"/>
            <a:ext cx="21563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ステージ選択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・月面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・牧場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・街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・ペンタゴン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698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231E5-EC05-41C7-8FC2-613B93BF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8909"/>
          </a:xfrm>
        </p:spPr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タイトル画面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E7DF1AE-0896-4C47-BC10-05AD8A0B97EA}"/>
              </a:ext>
            </a:extLst>
          </p:cNvPr>
          <p:cNvSpPr/>
          <p:nvPr/>
        </p:nvSpPr>
        <p:spPr>
          <a:xfrm>
            <a:off x="1549037" y="1568347"/>
            <a:ext cx="8953500" cy="449658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モデル 16" descr="街を作りましょう">
                <a:extLst>
                  <a:ext uri="{FF2B5EF4-FFF2-40B4-BE49-F238E27FC236}">
                    <a16:creationId xmlns:a16="http://schemas.microsoft.com/office/drawing/2014/main" id="{4647FF4A-5CBC-4532-99B0-26E9B8F1D7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20447" y="2969350"/>
              <a:ext cx="5432780" cy="18560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32780" cy="1856067"/>
                    </a:xfrm>
                    <a:prstGeom prst="rect">
                      <a:avLst/>
                    </a:prstGeom>
                  </am3d:spPr>
                  <am3d:camera>
                    <am3d:pos x="0" y="0" z="562834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7289" d="1000000"/>
                    <am3d:preTrans dx="-286039" dy="-4921797" dz="196114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1025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モデル 16" descr="街を作りましょう">
                <a:extLst>
                  <a:ext uri="{FF2B5EF4-FFF2-40B4-BE49-F238E27FC236}">
                    <a16:creationId xmlns:a16="http://schemas.microsoft.com/office/drawing/2014/main" id="{4647FF4A-5CBC-4532-99B0-26E9B8F1D7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0447" y="2969350"/>
                <a:ext cx="5432780" cy="1856067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4BDAFBAC-C12C-49E3-87CD-992F21C7FB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358" t="21873" r="21670" b="42775"/>
          <a:stretch/>
        </p:blipFill>
        <p:spPr>
          <a:xfrm rot="20886604">
            <a:off x="6022382" y="3453665"/>
            <a:ext cx="4444007" cy="2176812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45D9B3A-A53E-4A46-90BD-673CA83050CE}"/>
              </a:ext>
            </a:extLst>
          </p:cNvPr>
          <p:cNvSpPr/>
          <p:nvPr/>
        </p:nvSpPr>
        <p:spPr>
          <a:xfrm>
            <a:off x="6119614" y="2277532"/>
            <a:ext cx="3758268" cy="7550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街を狙う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UFO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6669994-18D5-4EEB-829D-AFBDE691D6C6}"/>
              </a:ext>
            </a:extLst>
          </p:cNvPr>
          <p:cNvSpPr txBox="1"/>
          <p:nvPr/>
        </p:nvSpPr>
        <p:spPr>
          <a:xfrm>
            <a:off x="1689463" y="1970666"/>
            <a:ext cx="2355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E0DEE73-9D0C-4DBA-B115-530A5E7C0CC5}"/>
              </a:ext>
            </a:extLst>
          </p:cNvPr>
          <p:cNvSpPr txBox="1"/>
          <p:nvPr/>
        </p:nvSpPr>
        <p:spPr>
          <a:xfrm>
            <a:off x="1744549" y="2655036"/>
            <a:ext cx="2156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ステージ選択</a:t>
            </a:r>
            <a:endParaRPr kumimoji="1" lang="en-US" altLang="ja-JP" dirty="0"/>
          </a:p>
          <a:p>
            <a:r>
              <a:rPr lang="ja-JP" altLang="en-US" dirty="0"/>
              <a:t>設定</a:t>
            </a:r>
            <a:endParaRPr lang="en-US" altLang="ja-JP" dirty="0"/>
          </a:p>
          <a:p>
            <a:r>
              <a:rPr kumimoji="1" lang="ja-JP" altLang="en-US" dirty="0"/>
              <a:t>終わる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066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185</Words>
  <Application>Microsoft Office PowerPoint</Application>
  <PresentationFormat>ワイド画面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メイリオ</vt:lpstr>
      <vt:lpstr>游ゴシック</vt:lpstr>
      <vt:lpstr>游ゴシック Light</vt:lpstr>
      <vt:lpstr>Arial</vt:lpstr>
      <vt:lpstr>Office テーマ</vt:lpstr>
      <vt:lpstr>UFO 仕様書</vt:lpstr>
      <vt:lpstr>PowerPoint プレゼンテーション</vt:lpstr>
      <vt:lpstr>タイトル画面</vt:lpstr>
      <vt:lpstr>タイトル画面</vt:lpstr>
      <vt:lpstr>タイトル画面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UFO 仕様書</dc:title>
  <dc:creator>厳仁 赤木</dc:creator>
  <cp:lastModifiedBy>厳仁 赤木</cp:lastModifiedBy>
  <cp:revision>11</cp:revision>
  <dcterms:created xsi:type="dcterms:W3CDTF">2026-10-06T05:17:51Z</dcterms:created>
  <dcterms:modified xsi:type="dcterms:W3CDTF">2026-10-07T02:52:00Z</dcterms:modified>
</cp:coreProperties>
</file>