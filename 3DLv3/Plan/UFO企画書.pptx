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86" r:id="rId3"/>
    <p:sldId id="288" r:id="rId4"/>
    <p:sldId id="289" r:id="rId5"/>
    <p:sldId id="283" r:id="rId6"/>
    <p:sldId id="292" r:id="rId7"/>
    <p:sldId id="291" r:id="rId8"/>
    <p:sldId id="296" r:id="rId9"/>
    <p:sldId id="297" r:id="rId10"/>
    <p:sldId id="290" r:id="rId11"/>
    <p:sldId id="285" r:id="rId12"/>
    <p:sldId id="293" r:id="rId13"/>
    <p:sldId id="294" r:id="rId14"/>
    <p:sldId id="295" r:id="rId15"/>
    <p:sldId id="281" r:id="rId16"/>
    <p:sldId id="282" r:id="rId17"/>
  </p:sldIdLst>
  <p:sldSz cx="18288000" cy="10287000"/>
  <p:notesSz cx="6858000" cy="9144000"/>
  <p:embeddedFontLst>
    <p:embeddedFont>
      <p:font typeface="Calibri" panose="020F0502020204030204" pitchFamily="34" charset="0"/>
      <p:regular r:id="rId19"/>
      <p:bold r:id="rId20"/>
      <p:italic r:id="rId21"/>
      <p:boldItalic r:id="rId22"/>
    </p:embeddedFont>
    <p:embeddedFont>
      <p:font typeface="Carter One" panose="020B0600070205080204" charset="0"/>
      <p:regular r:id="rId23"/>
    </p:embeddedFont>
    <p:embeddedFont>
      <p:font typeface="Courier Prime" panose="020B0600070205080204" charset="0"/>
      <p:regular r:id="rId24"/>
    </p:embeddedFont>
    <p:embeddedFont>
      <p:font typeface="メイリオ" panose="020B0604030504040204" pitchFamily="50" charset="-128"/>
      <p:regular r:id="rId25"/>
      <p:bold r:id="rId26"/>
      <p:italic r:id="rId27"/>
      <p:boldItalic r:id="rId28"/>
    </p:embeddedFont>
    <p:embeddedFont>
      <p:font typeface="游ゴシック" panose="020B0400000000000000" pitchFamily="50" charset="-128"/>
      <p:regular r:id="rId29"/>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D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51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厳仁 赤木" userId="5d409b8edb134614" providerId="LiveId" clId="{3FBAA716-A1C0-41AE-9DD2-078C3ED40C08}"/>
    <pc:docChg chg="undo custSel addSld delSld modSld">
      <pc:chgData name="厳仁 赤木" userId="5d409b8edb134614" providerId="LiveId" clId="{3FBAA716-A1C0-41AE-9DD2-078C3ED40C08}" dt="2026-10-05T01:13:31.800" v="3455" actId="20577"/>
      <pc:docMkLst>
        <pc:docMk/>
      </pc:docMkLst>
      <pc:sldChg chg="add del">
        <pc:chgData name="厳仁 赤木" userId="5d409b8edb134614" providerId="LiveId" clId="{3FBAA716-A1C0-41AE-9DD2-078C3ED40C08}" dt="2026-10-05T00:18:49.228" v="451" actId="47"/>
        <pc:sldMkLst>
          <pc:docMk/>
          <pc:sldMk cId="0" sldId="257"/>
        </pc:sldMkLst>
      </pc:sldChg>
      <pc:sldChg chg="modSp mod">
        <pc:chgData name="厳仁 赤木" userId="5d409b8edb134614" providerId="LiveId" clId="{3FBAA716-A1C0-41AE-9DD2-078C3ED40C08}" dt="2026-10-05T00:34:54.057" v="1460" actId="1076"/>
        <pc:sldMkLst>
          <pc:docMk/>
          <pc:sldMk cId="0" sldId="272"/>
        </pc:sldMkLst>
        <pc:spChg chg="mod">
          <ac:chgData name="厳仁 赤木" userId="5d409b8edb134614" providerId="LiveId" clId="{3FBAA716-A1C0-41AE-9DD2-078C3ED40C08}" dt="2026-10-05T00:34:54.057" v="1460" actId="1076"/>
          <ac:spMkLst>
            <pc:docMk/>
            <pc:sldMk cId="0" sldId="272"/>
            <ac:spMk id="21" creationId="{00000000-0000-0000-0000-000000000000}"/>
          </ac:spMkLst>
        </pc:spChg>
      </pc:sldChg>
      <pc:sldChg chg="addSp delSp modSp mod">
        <pc:chgData name="厳仁 赤木" userId="5d409b8edb134614" providerId="LiveId" clId="{3FBAA716-A1C0-41AE-9DD2-078C3ED40C08}" dt="2026-10-05T01:13:31.800" v="3455" actId="20577"/>
        <pc:sldMkLst>
          <pc:docMk/>
          <pc:sldMk cId="3807173326" sldId="283"/>
        </pc:sldMkLst>
        <pc:spChg chg="add del mod">
          <ac:chgData name="厳仁 赤木" userId="5d409b8edb134614" providerId="LiveId" clId="{3FBAA716-A1C0-41AE-9DD2-078C3ED40C08}" dt="2026-10-05T01:13:01.343" v="3387" actId="478"/>
          <ac:spMkLst>
            <pc:docMk/>
            <pc:sldMk cId="3807173326" sldId="283"/>
            <ac:spMk id="5" creationId="{D92CFE4B-1D1F-8093-3ED6-E9BBDC98A876}"/>
          </ac:spMkLst>
        </pc:spChg>
        <pc:spChg chg="mod">
          <ac:chgData name="厳仁 赤木" userId="5d409b8edb134614" providerId="LiveId" clId="{3FBAA716-A1C0-41AE-9DD2-078C3ED40C08}" dt="2026-10-05T01:12:03.893" v="3383" actId="20577"/>
          <ac:spMkLst>
            <pc:docMk/>
            <pc:sldMk cId="3807173326" sldId="283"/>
            <ac:spMk id="11" creationId="{9972AA64-74D9-4BDE-8AD5-F59E98520D27}"/>
          </ac:spMkLst>
        </pc:spChg>
        <pc:spChg chg="mod">
          <ac:chgData name="厳仁 赤木" userId="5d409b8edb134614" providerId="LiveId" clId="{3FBAA716-A1C0-41AE-9DD2-078C3ED40C08}" dt="2026-10-05T01:12:10.687" v="3384" actId="1076"/>
          <ac:spMkLst>
            <pc:docMk/>
            <pc:sldMk cId="3807173326" sldId="283"/>
            <ac:spMk id="12" creationId="{29518C71-8073-4071-8CF3-A9F402206A38}"/>
          </ac:spMkLst>
        </pc:spChg>
        <pc:spChg chg="mod">
          <ac:chgData name="厳仁 赤木" userId="5d409b8edb134614" providerId="LiveId" clId="{3FBAA716-A1C0-41AE-9DD2-078C3ED40C08}" dt="2026-10-05T01:13:31.800" v="3455" actId="20577"/>
          <ac:spMkLst>
            <pc:docMk/>
            <pc:sldMk cId="3807173326" sldId="283"/>
            <ac:spMk id="13" creationId="{21132C17-57D0-4052-8406-19C0ED9698AC}"/>
          </ac:spMkLst>
        </pc:spChg>
      </pc:sldChg>
      <pc:sldChg chg="delSp modSp mod">
        <pc:chgData name="厳仁 赤木" userId="5d409b8edb134614" providerId="LiveId" clId="{3FBAA716-A1C0-41AE-9DD2-078C3ED40C08}" dt="2026-10-05T01:04:48.414" v="3032" actId="14100"/>
        <pc:sldMkLst>
          <pc:docMk/>
          <pc:sldMk cId="3006203232" sldId="286"/>
        </pc:sldMkLst>
        <pc:spChg chg="mod">
          <ac:chgData name="厳仁 赤木" userId="5d409b8edb134614" providerId="LiveId" clId="{3FBAA716-A1C0-41AE-9DD2-078C3ED40C08}" dt="2026-10-05T00:17:45.971" v="448" actId="113"/>
          <ac:spMkLst>
            <pc:docMk/>
            <pc:sldMk cId="3006203232" sldId="286"/>
            <ac:spMk id="5" creationId="{00000000-0000-0000-0000-000000000000}"/>
          </ac:spMkLst>
        </pc:spChg>
        <pc:spChg chg="del">
          <ac:chgData name="厳仁 赤木" userId="5d409b8edb134614" providerId="LiveId" clId="{3FBAA716-A1C0-41AE-9DD2-078C3ED40C08}" dt="2026-10-05T00:16:51.992" v="446" actId="478"/>
          <ac:spMkLst>
            <pc:docMk/>
            <pc:sldMk cId="3006203232" sldId="286"/>
            <ac:spMk id="6" creationId="{00000000-0000-0000-0000-000000000000}"/>
          </ac:spMkLst>
        </pc:spChg>
        <pc:spChg chg="mod">
          <ac:chgData name="厳仁 赤木" userId="5d409b8edb134614" providerId="LiveId" clId="{3FBAA716-A1C0-41AE-9DD2-078C3ED40C08}" dt="2026-10-05T01:04:48.414" v="3032" actId="14100"/>
          <ac:spMkLst>
            <pc:docMk/>
            <pc:sldMk cId="3006203232" sldId="286"/>
            <ac:spMk id="7" creationId="{00000000-0000-0000-0000-000000000000}"/>
          </ac:spMkLst>
        </pc:spChg>
        <pc:spChg chg="del">
          <ac:chgData name="厳仁 赤木" userId="5d409b8edb134614" providerId="LiveId" clId="{3FBAA716-A1C0-41AE-9DD2-078C3ED40C08}" dt="2026-10-05T00:16:45.799" v="445" actId="478"/>
          <ac:spMkLst>
            <pc:docMk/>
            <pc:sldMk cId="3006203232" sldId="286"/>
            <ac:spMk id="10" creationId="{00000000-0000-0000-0000-000000000000}"/>
          </ac:spMkLst>
        </pc:spChg>
        <pc:spChg chg="mod ord">
          <ac:chgData name="厳仁 赤木" userId="5d409b8edb134614" providerId="LiveId" clId="{3FBAA716-A1C0-41AE-9DD2-078C3ED40C08}" dt="2026-10-05T01:02:39.913" v="3030" actId="14100"/>
          <ac:spMkLst>
            <pc:docMk/>
            <pc:sldMk cId="3006203232" sldId="286"/>
            <ac:spMk id="11" creationId="{73386701-F881-4A3B-B18F-89CD9AD300B7}"/>
          </ac:spMkLst>
        </pc:spChg>
      </pc:sldChg>
      <pc:sldChg chg="modSp mod">
        <pc:chgData name="厳仁 赤木" userId="5d409b8edb134614" providerId="LiveId" clId="{3FBAA716-A1C0-41AE-9DD2-078C3ED40C08}" dt="2026-10-05T01:05:41.569" v="3036" actId="255"/>
        <pc:sldMkLst>
          <pc:docMk/>
          <pc:sldMk cId="3251508921" sldId="288"/>
        </pc:sldMkLst>
        <pc:spChg chg="mod">
          <ac:chgData name="厳仁 赤木" userId="5d409b8edb134614" providerId="LiveId" clId="{3FBAA716-A1C0-41AE-9DD2-078C3ED40C08}" dt="2026-10-05T01:05:33.014" v="3035" actId="255"/>
          <ac:spMkLst>
            <pc:docMk/>
            <pc:sldMk cId="3251508921" sldId="288"/>
            <ac:spMk id="9" creationId="{00000000-0000-0000-0000-000000000000}"/>
          </ac:spMkLst>
        </pc:spChg>
        <pc:spChg chg="mod">
          <ac:chgData name="厳仁 赤木" userId="5d409b8edb134614" providerId="LiveId" clId="{3FBAA716-A1C0-41AE-9DD2-078C3ED40C08}" dt="2026-10-05T01:05:41.569" v="3036" actId="255"/>
          <ac:spMkLst>
            <pc:docMk/>
            <pc:sldMk cId="3251508921" sldId="288"/>
            <ac:spMk id="24" creationId="{914305C4-4C6A-4214-957A-A10283CF44FB}"/>
          </ac:spMkLst>
        </pc:spChg>
      </pc:sldChg>
      <pc:sldChg chg="modSp mod">
        <pc:chgData name="厳仁 赤木" userId="5d409b8edb134614" providerId="LiveId" clId="{3FBAA716-A1C0-41AE-9DD2-078C3ED40C08}" dt="2026-10-05T01:09:12.546" v="3128" actId="14100"/>
        <pc:sldMkLst>
          <pc:docMk/>
          <pc:sldMk cId="2734688680" sldId="289"/>
        </pc:sldMkLst>
        <pc:spChg chg="mod">
          <ac:chgData name="厳仁 赤木" userId="5d409b8edb134614" providerId="LiveId" clId="{3FBAA716-A1C0-41AE-9DD2-078C3ED40C08}" dt="2026-10-05T01:09:03.271" v="3127" actId="1037"/>
          <ac:spMkLst>
            <pc:docMk/>
            <pc:sldMk cId="2734688680" sldId="289"/>
            <ac:spMk id="29" creationId="{470C674D-A485-45C5-B705-5386AD4A6B0A}"/>
          </ac:spMkLst>
        </pc:spChg>
        <pc:spChg chg="mod">
          <ac:chgData name="厳仁 赤木" userId="5d409b8edb134614" providerId="LiveId" clId="{3FBAA716-A1C0-41AE-9DD2-078C3ED40C08}" dt="2026-10-05T00:33:09.495" v="1454" actId="20577"/>
          <ac:spMkLst>
            <pc:docMk/>
            <pc:sldMk cId="2734688680" sldId="289"/>
            <ac:spMk id="37" creationId="{FACEAF72-3F45-4C21-AA3F-E1F6AC3A84F3}"/>
          </ac:spMkLst>
        </pc:spChg>
        <pc:spChg chg="mod">
          <ac:chgData name="厳仁 赤木" userId="5d409b8edb134614" providerId="LiveId" clId="{3FBAA716-A1C0-41AE-9DD2-078C3ED40C08}" dt="2026-10-05T01:09:12.546" v="3128" actId="14100"/>
          <ac:spMkLst>
            <pc:docMk/>
            <pc:sldMk cId="2734688680" sldId="289"/>
            <ac:spMk id="47" creationId="{2F6D3412-BACA-4E3A-95E4-A0AB921E955E}"/>
          </ac:spMkLst>
        </pc:spChg>
        <pc:spChg chg="mod">
          <ac:chgData name="厳仁 赤木" userId="5d409b8edb134614" providerId="LiveId" clId="{3FBAA716-A1C0-41AE-9DD2-078C3ED40C08}" dt="2026-10-05T00:33:46.474" v="1457" actId="2710"/>
          <ac:spMkLst>
            <pc:docMk/>
            <pc:sldMk cId="2734688680" sldId="289"/>
            <ac:spMk id="48" creationId="{A2CA0293-1E6E-45C4-901C-A7285C65FEE5}"/>
          </ac:spMkLst>
        </pc:spChg>
      </pc:sldChg>
      <pc:sldChg chg="addSp delSp modSp mod">
        <pc:chgData name="厳仁 赤木" userId="5d409b8edb134614" providerId="LiveId" clId="{3FBAA716-A1C0-41AE-9DD2-078C3ED40C08}" dt="2026-10-05T01:01:37.878" v="3029" actId="20577"/>
        <pc:sldMkLst>
          <pc:docMk/>
          <pc:sldMk cId="2526516552" sldId="290"/>
        </pc:sldMkLst>
        <pc:spChg chg="add mod">
          <ac:chgData name="厳仁 赤木" userId="5d409b8edb134614" providerId="LiveId" clId="{3FBAA716-A1C0-41AE-9DD2-078C3ED40C08}" dt="2026-10-05T01:01:37.878" v="3029" actId="20577"/>
          <ac:spMkLst>
            <pc:docMk/>
            <pc:sldMk cId="2526516552" sldId="290"/>
            <ac:spMk id="5" creationId="{0C2CEFA3-3EE5-4865-A1C2-5AF6982F83BF}"/>
          </ac:spMkLst>
        </pc:spChg>
        <pc:spChg chg="mod">
          <ac:chgData name="厳仁 赤木" userId="5d409b8edb134614" providerId="LiveId" clId="{3FBAA716-A1C0-41AE-9DD2-078C3ED40C08}" dt="2026-10-05T00:44:39.578" v="1594" actId="20577"/>
          <ac:spMkLst>
            <pc:docMk/>
            <pc:sldMk cId="2526516552" sldId="290"/>
            <ac:spMk id="8" creationId="{3B601332-18DB-45A9-9329-F67299CEFE2F}"/>
          </ac:spMkLst>
        </pc:spChg>
        <pc:spChg chg="mod">
          <ac:chgData name="厳仁 赤木" userId="5d409b8edb134614" providerId="LiveId" clId="{3FBAA716-A1C0-41AE-9DD2-078C3ED40C08}" dt="2026-10-05T00:44:19.043" v="1536" actId="20577"/>
          <ac:spMkLst>
            <pc:docMk/>
            <pc:sldMk cId="2526516552" sldId="290"/>
            <ac:spMk id="10" creationId="{3EF67AE1-999A-49E9-9B98-DC3EB30AD6ED}"/>
          </ac:spMkLst>
        </pc:spChg>
        <pc:spChg chg="mod">
          <ac:chgData name="厳仁 赤木" userId="5d409b8edb134614" providerId="LiveId" clId="{3FBAA716-A1C0-41AE-9DD2-078C3ED40C08}" dt="2026-10-05T00:45:01.846" v="1646" actId="20577"/>
          <ac:spMkLst>
            <pc:docMk/>
            <pc:sldMk cId="2526516552" sldId="290"/>
            <ac:spMk id="12" creationId="{E441520D-AAED-47A5-A9A4-7D3E43021A62}"/>
          </ac:spMkLst>
        </pc:spChg>
        <pc:spChg chg="add del">
          <ac:chgData name="厳仁 赤木" userId="5d409b8edb134614" providerId="LiveId" clId="{3FBAA716-A1C0-41AE-9DD2-078C3ED40C08}" dt="2026-10-05T00:58:37.624" v="2809" actId="478"/>
          <ac:spMkLst>
            <pc:docMk/>
            <pc:sldMk cId="2526516552" sldId="290"/>
            <ac:spMk id="13" creationId="{FC277BAE-3338-4076-A4F5-77DFD3538B11}"/>
          </ac:spMkLst>
        </pc:spChg>
        <pc:spChg chg="mod">
          <ac:chgData name="厳仁 赤木" userId="5d409b8edb134614" providerId="LiveId" clId="{3FBAA716-A1C0-41AE-9DD2-078C3ED40C08}" dt="2026-10-05T00:45:10.375" v="1662" actId="20577"/>
          <ac:spMkLst>
            <pc:docMk/>
            <pc:sldMk cId="2526516552" sldId="290"/>
            <ac:spMk id="14" creationId="{4E15BACA-FF52-4251-96DF-5F6BBA482C8B}"/>
          </ac:spMkLst>
        </pc:spChg>
        <pc:spChg chg="mod">
          <ac:chgData name="厳仁 赤木" userId="5d409b8edb134614" providerId="LiveId" clId="{3FBAA716-A1C0-41AE-9DD2-078C3ED40C08}" dt="2026-10-05T00:45:51.853" v="1711" actId="20577"/>
          <ac:spMkLst>
            <pc:docMk/>
            <pc:sldMk cId="2526516552" sldId="290"/>
            <ac:spMk id="19" creationId="{2B956281-93A0-4E54-A3C7-4D8049554CFC}"/>
          </ac:spMkLst>
        </pc:spChg>
        <pc:spChg chg="mod">
          <ac:chgData name="厳仁 赤木" userId="5d409b8edb134614" providerId="LiveId" clId="{3FBAA716-A1C0-41AE-9DD2-078C3ED40C08}" dt="2026-10-05T00:52:00.722" v="2149" actId="20577"/>
          <ac:spMkLst>
            <pc:docMk/>
            <pc:sldMk cId="2526516552" sldId="290"/>
            <ac:spMk id="20" creationId="{521D1D47-5ED3-4F47-B1CF-1C03960929FB}"/>
          </ac:spMkLst>
        </pc:spChg>
        <pc:spChg chg="mod">
          <ac:chgData name="厳仁 赤木" userId="5d409b8edb134614" providerId="LiveId" clId="{3FBAA716-A1C0-41AE-9DD2-078C3ED40C08}" dt="2026-10-05T00:54:32.890" v="2449" actId="20577"/>
          <ac:spMkLst>
            <pc:docMk/>
            <pc:sldMk cId="2526516552" sldId="290"/>
            <ac:spMk id="21" creationId="{AD609A3E-1D2E-428D-9A77-90487B582635}"/>
          </ac:spMkLst>
        </pc:spChg>
        <pc:spChg chg="mod">
          <ac:chgData name="厳仁 赤木" userId="5d409b8edb134614" providerId="LiveId" clId="{3FBAA716-A1C0-41AE-9DD2-078C3ED40C08}" dt="2026-10-05T00:58:13.357" v="2806" actId="20577"/>
          <ac:spMkLst>
            <pc:docMk/>
            <pc:sldMk cId="2526516552" sldId="290"/>
            <ac:spMk id="23" creationId="{57D56F9C-56B0-40EF-9D40-AC9BDCAAC1E9}"/>
          </ac:spMkLst>
        </pc:spChg>
        <pc:spChg chg="mod">
          <ac:chgData name="厳仁 赤木" userId="5d409b8edb134614" providerId="LiveId" clId="{3FBAA716-A1C0-41AE-9DD2-078C3ED40C08}" dt="2026-10-05T00:55:08.050" v="2490" actId="20577"/>
          <ac:spMkLst>
            <pc:docMk/>
            <pc:sldMk cId="2526516552" sldId="290"/>
            <ac:spMk id="32" creationId="{BBEFD612-9CFB-4662-A025-A8C3A2F570B4}"/>
          </ac:spMkLst>
        </pc:spChg>
        <pc:spChg chg="mod">
          <ac:chgData name="厳仁 赤木" userId="5d409b8edb134614" providerId="LiveId" clId="{3FBAA716-A1C0-41AE-9DD2-078C3ED40C08}" dt="2026-10-05T00:53:26.146" v="2347" actId="20577"/>
          <ac:spMkLst>
            <pc:docMk/>
            <pc:sldMk cId="2526516552" sldId="290"/>
            <ac:spMk id="35" creationId="{A6322B80-C22D-4035-BE21-22AFD9303525}"/>
          </ac:spMkLst>
        </pc:spChg>
        <pc:spChg chg="mod">
          <ac:chgData name="厳仁 赤木" userId="5d409b8edb134614" providerId="LiveId" clId="{3FBAA716-A1C0-41AE-9DD2-078C3ED40C08}" dt="2026-10-05T00:56:49.487" v="2673" actId="20577"/>
          <ac:spMkLst>
            <pc:docMk/>
            <pc:sldMk cId="2526516552" sldId="290"/>
            <ac:spMk id="36" creationId="{CA20BE3A-F3B2-4C0D-ADA1-0CCC06E88EC8}"/>
          </ac:spMkLst>
        </pc:spChg>
        <pc:spChg chg="mod">
          <ac:chgData name="厳仁 赤木" userId="5d409b8edb134614" providerId="LiveId" clId="{3FBAA716-A1C0-41AE-9DD2-078C3ED40C08}" dt="2026-10-05T01:00:01.985" v="2958" actId="20577"/>
          <ac:spMkLst>
            <pc:docMk/>
            <pc:sldMk cId="2526516552" sldId="290"/>
            <ac:spMk id="37" creationId="{32CC90FD-6BA6-48A6-B3B9-0D74E2CE93F8}"/>
          </ac:spMkLst>
        </pc:spChg>
        <pc:spChg chg="del mod">
          <ac:chgData name="厳仁 赤木" userId="5d409b8edb134614" providerId="LiveId" clId="{3FBAA716-A1C0-41AE-9DD2-078C3ED40C08}" dt="2026-10-05T00:58:43.167" v="2811" actId="478"/>
          <ac:spMkLst>
            <pc:docMk/>
            <pc:sldMk cId="2526516552" sldId="290"/>
            <ac:spMk id="40" creationId="{436E2D39-77C0-4160-888E-85B64B3AA4AE}"/>
          </ac:spMkLst>
        </pc:spChg>
        <pc:spChg chg="mod">
          <ac:chgData name="厳仁 赤木" userId="5d409b8edb134614" providerId="LiveId" clId="{3FBAA716-A1C0-41AE-9DD2-078C3ED40C08}" dt="2026-10-05T00:59:29.868" v="2856" actId="20577"/>
          <ac:spMkLst>
            <pc:docMk/>
            <pc:sldMk cId="2526516552" sldId="290"/>
            <ac:spMk id="41" creationId="{B19FE23E-1F2A-4920-85EE-2D4BC7FBBE41}"/>
          </ac:spMkLst>
        </pc:spChg>
        <pc:picChg chg="del">
          <ac:chgData name="厳仁 赤木" userId="5d409b8edb134614" providerId="LiveId" clId="{3FBAA716-A1C0-41AE-9DD2-078C3ED40C08}" dt="2026-10-05T01:00:07.854" v="2959" actId="478"/>
          <ac:picMkLst>
            <pc:docMk/>
            <pc:sldMk cId="2526516552" sldId="290"/>
            <ac:picMk id="33" creationId="{C238443E-CE0F-4F33-8B8B-EE0050BD9567}"/>
          </ac:picMkLst>
        </pc:picChg>
        <pc:picChg chg="del">
          <ac:chgData name="厳仁 赤木" userId="5d409b8edb134614" providerId="LiveId" clId="{3FBAA716-A1C0-41AE-9DD2-078C3ED40C08}" dt="2026-10-05T01:00:09.376" v="2960" actId="478"/>
          <ac:picMkLst>
            <pc:docMk/>
            <pc:sldMk cId="2526516552" sldId="290"/>
            <ac:picMk id="34" creationId="{EFD5E69B-8253-47E1-9B97-5C0739E4529A}"/>
          </ac:picMkLst>
        </pc:picChg>
      </pc:sldChg>
      <pc:sldChg chg="addSp modSp mod">
        <pc:chgData name="厳仁 赤木" userId="5d409b8edb134614" providerId="LiveId" clId="{3FBAA716-A1C0-41AE-9DD2-078C3ED40C08}" dt="2026-10-05T00:36:29.777" v="1467" actId="1076"/>
        <pc:sldMkLst>
          <pc:docMk/>
          <pc:sldMk cId="2055579662" sldId="291"/>
        </pc:sldMkLst>
        <pc:spChg chg="add mod">
          <ac:chgData name="厳仁 赤木" userId="5d409b8edb134614" providerId="LiveId" clId="{3FBAA716-A1C0-41AE-9DD2-078C3ED40C08}" dt="2026-10-05T00:36:29.777" v="1467" actId="1076"/>
          <ac:spMkLst>
            <pc:docMk/>
            <pc:sldMk cId="2055579662" sldId="291"/>
            <ac:spMk id="5" creationId="{A3B8CD61-A00A-B8C0-B337-7A6132B9BFBD}"/>
          </ac:spMkLst>
        </pc:spChg>
        <pc:spChg chg="mod">
          <ac:chgData name="厳仁 赤木" userId="5d409b8edb134614" providerId="LiveId" clId="{3FBAA716-A1C0-41AE-9DD2-078C3ED40C08}" dt="2026-10-05T00:07:12.325" v="389" actId="20577"/>
          <ac:spMkLst>
            <pc:docMk/>
            <pc:sldMk cId="2055579662" sldId="291"/>
            <ac:spMk id="6" creationId="{022FC7CC-A611-44FB-8087-85D99136C0E5}"/>
          </ac:spMkLst>
        </pc:spChg>
      </pc:sldChg>
      <pc:sldChg chg="addSp modSp mod">
        <pc:chgData name="厳仁 赤木" userId="5d409b8edb134614" providerId="LiveId" clId="{3FBAA716-A1C0-41AE-9DD2-078C3ED40C08}" dt="2026-10-05T00:31:26.873" v="1446" actId="20577"/>
        <pc:sldMkLst>
          <pc:docMk/>
          <pc:sldMk cId="3710678715" sldId="293"/>
        </pc:sldMkLst>
        <pc:spChg chg="add mod ord">
          <ac:chgData name="厳仁 赤木" userId="5d409b8edb134614" providerId="LiveId" clId="{3FBAA716-A1C0-41AE-9DD2-078C3ED40C08}" dt="2026-10-05T00:31:26.873" v="1446" actId="20577"/>
          <ac:spMkLst>
            <pc:docMk/>
            <pc:sldMk cId="3710678715" sldId="293"/>
            <ac:spMk id="5" creationId="{5981E85E-6399-CE69-F251-A990D28F3AD6}"/>
          </ac:spMkLst>
        </pc:spChg>
        <pc:spChg chg="add mod">
          <ac:chgData name="厳仁 赤木" userId="5d409b8edb134614" providerId="LiveId" clId="{3FBAA716-A1C0-41AE-9DD2-078C3ED40C08}" dt="2026-10-05T00:30:20.498" v="1355" actId="1076"/>
          <ac:spMkLst>
            <pc:docMk/>
            <pc:sldMk cId="3710678715" sldId="293"/>
            <ac:spMk id="6" creationId="{80F61775-57F2-95CE-6668-FC1BA0419303}"/>
          </ac:spMkLst>
        </pc:spChg>
        <pc:spChg chg="mod">
          <ac:chgData name="厳仁 赤木" userId="5d409b8edb134614" providerId="LiveId" clId="{3FBAA716-A1C0-41AE-9DD2-078C3ED40C08}" dt="2026-10-05T00:29:42.034" v="1346"/>
          <ac:spMkLst>
            <pc:docMk/>
            <pc:sldMk cId="3710678715" sldId="293"/>
            <ac:spMk id="8" creationId="{33ED04C2-0483-CF13-6EA7-AF38C08E1E61}"/>
          </ac:spMkLst>
        </pc:spChg>
        <pc:spChg chg="mod">
          <ac:chgData name="厳仁 赤木" userId="5d409b8edb134614" providerId="LiveId" clId="{3FBAA716-A1C0-41AE-9DD2-078C3ED40C08}" dt="2026-10-05T00:29:42.034" v="1346"/>
          <ac:spMkLst>
            <pc:docMk/>
            <pc:sldMk cId="3710678715" sldId="293"/>
            <ac:spMk id="9" creationId="{90A187CB-A723-A398-9443-7FB3B0AF1462}"/>
          </ac:spMkLst>
        </pc:spChg>
        <pc:spChg chg="mod ord">
          <ac:chgData name="厳仁 赤木" userId="5d409b8edb134614" providerId="LiveId" clId="{3FBAA716-A1C0-41AE-9DD2-078C3ED40C08}" dt="2026-10-05T00:30:08.607" v="1353" actId="170"/>
          <ac:spMkLst>
            <pc:docMk/>
            <pc:sldMk cId="3710678715" sldId="293"/>
            <ac:spMk id="27" creationId="{23F03D6B-B99B-468A-9C63-C31953975E3E}"/>
          </ac:spMkLst>
        </pc:spChg>
        <pc:grpChg chg="add mod">
          <ac:chgData name="厳仁 赤木" userId="5d409b8edb134614" providerId="LiveId" clId="{3FBAA716-A1C0-41AE-9DD2-078C3ED40C08}" dt="2026-10-05T00:30:13.561" v="1354" actId="1076"/>
          <ac:grpSpMkLst>
            <pc:docMk/>
            <pc:sldMk cId="3710678715" sldId="293"/>
            <ac:grpSpMk id="7" creationId="{BE64D20F-E71A-6FB0-924C-407C9493055C}"/>
          </ac:grpSpMkLst>
        </pc:grpChg>
      </pc:sldChg>
      <pc:sldChg chg="modSp mod">
        <pc:chgData name="厳仁 赤木" userId="5d409b8edb134614" providerId="LiveId" clId="{3FBAA716-A1C0-41AE-9DD2-078C3ED40C08}" dt="2026-10-04T23:12:01.002" v="3" actId="20577"/>
        <pc:sldMkLst>
          <pc:docMk/>
          <pc:sldMk cId="2360903505" sldId="294"/>
        </pc:sldMkLst>
        <pc:spChg chg="mod">
          <ac:chgData name="厳仁 赤木" userId="5d409b8edb134614" providerId="LiveId" clId="{3FBAA716-A1C0-41AE-9DD2-078C3ED40C08}" dt="2026-10-04T23:12:01.002" v="3" actId="20577"/>
          <ac:spMkLst>
            <pc:docMk/>
            <pc:sldMk cId="2360903505" sldId="294"/>
            <ac:spMk id="51" creationId="{1855796A-74F4-414B-887A-F1B636A125D3}"/>
          </ac:spMkLst>
        </pc:spChg>
      </pc:sldChg>
      <pc:sldChg chg="modSp mod">
        <pc:chgData name="厳仁 赤木" userId="5d409b8edb134614" providerId="LiveId" clId="{3FBAA716-A1C0-41AE-9DD2-078C3ED40C08}" dt="2026-10-04T23:12:04.623" v="4" actId="20577"/>
        <pc:sldMkLst>
          <pc:docMk/>
          <pc:sldMk cId="727315058" sldId="295"/>
        </pc:sldMkLst>
        <pc:spChg chg="mod">
          <ac:chgData name="厳仁 赤木" userId="5d409b8edb134614" providerId="LiveId" clId="{3FBAA716-A1C0-41AE-9DD2-078C3ED40C08}" dt="2026-10-04T23:12:04.623" v="4" actId="20577"/>
          <ac:spMkLst>
            <pc:docMk/>
            <pc:sldMk cId="727315058" sldId="295"/>
            <ac:spMk id="51" creationId="{1855796A-74F4-414B-887A-F1B636A125D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4T21:39:55.889"/>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44,'5'-2,"0"0,-1 0,1 0,0 0,0 1,0 0,1 0,-1 0,8 1,13-2,321-14,-300 15,325-4,129 2,143 1,157 1,165 1,4210 2,-4559-2,-196 0,30 0,-14 0,-377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4T21:40:01.966"/>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89,'168'0,"6495"0,-6329-1,-78-5,325-50,-434 40,264 7,-295 10,1609 2,-1367 13,-260-6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04T21:40:04.410"/>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1 174,'175'0,"45"0,112 0,105 0,2603-50,-1337 12,-1163 40,-493-2,-2-3,1-1,0-3,-1-1,60-20,-68 18,1 1,0 3,53-4,115 7,-137 4,1724 2,-1681 0,-1 5,132 27,-182-22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907BFA-09ED-41B1-8843-305C56C7C978}" type="datetimeFigureOut">
              <a:rPr kumimoji="1" lang="ja-JP" altLang="en-US" smtClean="0"/>
              <a:t>2026/10/9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D03857-EE1B-4FFC-A5A5-0BC34CC5C5FC}" type="slidenum">
              <a:rPr kumimoji="1" lang="ja-JP" altLang="en-US" smtClean="0"/>
              <a:t>‹#›</a:t>
            </a:fld>
            <a:endParaRPr kumimoji="1" lang="ja-JP" altLang="en-US"/>
          </a:p>
        </p:txBody>
      </p:sp>
    </p:spTree>
    <p:extLst>
      <p:ext uri="{BB962C8B-B14F-4D97-AF65-F5344CB8AC3E}">
        <p14:creationId xmlns:p14="http://schemas.microsoft.com/office/powerpoint/2010/main" val="17624856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D03857-EE1B-4FFC-A5A5-0BC34CC5C5FC}" type="slidenum">
              <a:rPr kumimoji="1" lang="ja-JP" altLang="en-US" smtClean="0"/>
              <a:t>3</a:t>
            </a:fld>
            <a:endParaRPr kumimoji="1" lang="ja-JP" altLang="en-US"/>
          </a:p>
        </p:txBody>
      </p:sp>
    </p:spTree>
    <p:extLst>
      <p:ext uri="{BB962C8B-B14F-4D97-AF65-F5344CB8AC3E}">
        <p14:creationId xmlns:p14="http://schemas.microsoft.com/office/powerpoint/2010/main" val="3890234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0D03857-EE1B-4FFC-A5A5-0BC34CC5C5FC}" type="slidenum">
              <a:rPr kumimoji="1" lang="ja-JP" altLang="en-US" smtClean="0"/>
              <a:t>11</a:t>
            </a:fld>
            <a:endParaRPr kumimoji="1" lang="ja-JP" altLang="en-US"/>
          </a:p>
        </p:txBody>
      </p:sp>
    </p:spTree>
    <p:extLst>
      <p:ext uri="{BB962C8B-B14F-4D97-AF65-F5344CB8AC3E}">
        <p14:creationId xmlns:p14="http://schemas.microsoft.com/office/powerpoint/2010/main" val="4239184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10.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6.png"/><Relationship Id="rId3" Type="http://schemas.openxmlformats.org/officeDocument/2006/relationships/image" Target="../media/image5.jpeg"/><Relationship Id="rId7" Type="http://schemas.openxmlformats.org/officeDocument/2006/relationships/image" Target="../media/image21.svg"/><Relationship Id="rId12" Type="http://schemas.openxmlformats.org/officeDocument/2006/relationships/customXml" Target="../ink/ink2.xml"/><Relationship Id="rId17" Type="http://schemas.openxmlformats.org/officeDocument/2006/relationships/image" Target="../media/image28.png"/><Relationship Id="rId2" Type="http://schemas.openxmlformats.org/officeDocument/2006/relationships/image" Target="../media/image4.png"/><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7.png"/><Relationship Id="rId10" Type="http://schemas.openxmlformats.org/officeDocument/2006/relationships/customXml" Target="../ink/ink1.xml"/><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customXml" Target="../ink/ink3.xml"/></Relationships>
</file>

<file path=ppt/slides/_rels/slide14.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5.jpeg"/><Relationship Id="rId7"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a:off x="0" y="0"/>
            <a:ext cx="18342348" cy="10287000"/>
          </a:xfrm>
          <a:custGeom>
            <a:avLst/>
            <a:gdLst/>
            <a:ahLst/>
            <a:cxnLst/>
            <a:rect l="l" t="t" r="r" b="b"/>
            <a:pathLst>
              <a:path w="18342348" h="10287000">
                <a:moveTo>
                  <a:pt x="0" y="0"/>
                </a:moveTo>
                <a:lnTo>
                  <a:pt x="18342348" y="0"/>
                </a:lnTo>
                <a:lnTo>
                  <a:pt x="18342348" y="10287000"/>
                </a:lnTo>
                <a:lnTo>
                  <a:pt x="0" y="10287000"/>
                </a:lnTo>
                <a:lnTo>
                  <a:pt x="0" y="0"/>
                </a:lnTo>
                <a:close/>
              </a:path>
            </a:pathLst>
          </a:custGeom>
          <a:blipFill>
            <a:blip r:embed="rId2"/>
            <a:stretch>
              <a:fillRect/>
            </a:stretch>
          </a:blipFill>
        </p:spPr>
      </p:sp>
      <p:sp>
        <p:nvSpPr>
          <p:cNvPr id="3" name="Freeform 3"/>
          <p:cNvSpPr/>
          <p:nvPr/>
        </p:nvSpPr>
        <p:spPr>
          <a:xfrm>
            <a:off x="0" y="7967794"/>
            <a:ext cx="18455213" cy="13195477"/>
          </a:xfrm>
          <a:custGeom>
            <a:avLst/>
            <a:gdLst/>
            <a:ahLst/>
            <a:cxnLst/>
            <a:rect l="l" t="t" r="r" b="b"/>
            <a:pathLst>
              <a:path w="18455213" h="13195477">
                <a:moveTo>
                  <a:pt x="0" y="0"/>
                </a:moveTo>
                <a:lnTo>
                  <a:pt x="18455213" y="0"/>
                </a:lnTo>
                <a:lnTo>
                  <a:pt x="18455213" y="13195477"/>
                </a:lnTo>
                <a:lnTo>
                  <a:pt x="0" y="13195477"/>
                </a:lnTo>
                <a:lnTo>
                  <a:pt x="0" y="0"/>
                </a:lnTo>
                <a:close/>
              </a:path>
            </a:pathLst>
          </a:custGeom>
          <a:blipFill>
            <a:blip r:embed="rId3"/>
            <a:stretch>
              <a:fillRect/>
            </a:stretch>
          </a:blipFill>
        </p:spPr>
      </p:sp>
      <p:sp>
        <p:nvSpPr>
          <p:cNvPr id="4" name="Freeform 4"/>
          <p:cNvSpPr/>
          <p:nvPr/>
        </p:nvSpPr>
        <p:spPr>
          <a:xfrm>
            <a:off x="-1" y="419100"/>
            <a:ext cx="18455213" cy="13418820"/>
          </a:xfrm>
          <a:custGeom>
            <a:avLst/>
            <a:gdLst/>
            <a:ahLst/>
            <a:cxnLst/>
            <a:rect l="l" t="t" r="r" b="b"/>
            <a:pathLst>
              <a:path w="18288000" h="13418820">
                <a:moveTo>
                  <a:pt x="0" y="0"/>
                </a:moveTo>
                <a:lnTo>
                  <a:pt x="18288000" y="0"/>
                </a:lnTo>
                <a:lnTo>
                  <a:pt x="18288000" y="13418820"/>
                </a:lnTo>
                <a:lnTo>
                  <a:pt x="0" y="13418820"/>
                </a:lnTo>
                <a:lnTo>
                  <a:pt x="0" y="0"/>
                </a:lnTo>
                <a:close/>
              </a:path>
            </a:pathLst>
          </a:custGeom>
          <a:blipFill>
            <a:blip r:embed="rId4">
              <a:alphaModFix amt="10999"/>
            </a:blip>
            <a:stretch>
              <a:fillRect/>
            </a:stretch>
          </a:blipFill>
        </p:spPr>
        <p:txBody>
          <a:bodyPr/>
          <a:lstStyle/>
          <a:p>
            <a:r>
              <a:rPr lang="ja-JP" altLang="en-US" dirty="0"/>
              <a:t>が</a:t>
            </a:r>
          </a:p>
        </p:txBody>
      </p:sp>
      <p:sp>
        <p:nvSpPr>
          <p:cNvPr id="5" name="TextBox 5"/>
          <p:cNvSpPr txBox="1"/>
          <p:nvPr/>
        </p:nvSpPr>
        <p:spPr>
          <a:xfrm>
            <a:off x="6324600" y="5372100"/>
            <a:ext cx="9389119" cy="2289088"/>
          </a:xfrm>
          <a:prstGeom prst="rect">
            <a:avLst/>
          </a:prstGeom>
        </p:spPr>
        <p:txBody>
          <a:bodyPr wrap="square" lIns="0" tIns="0" rIns="0" bIns="0" rtlCol="0" anchor="t">
            <a:spAutoFit/>
          </a:bodyPr>
          <a:lstStyle/>
          <a:p>
            <a:pPr algn="l">
              <a:lnSpc>
                <a:spcPts val="15840"/>
              </a:lnSpc>
            </a:pPr>
            <a:r>
              <a:rPr lang="en-US" sz="20000" dirty="0">
                <a:solidFill>
                  <a:srgbClr val="FAF7EE"/>
                </a:solidFill>
                <a:latin typeface="Carter One"/>
                <a:ea typeface="Carter One"/>
                <a:cs typeface="Carter One"/>
                <a:sym typeface="Carter One"/>
              </a:rPr>
              <a:t>UFO</a:t>
            </a:r>
          </a:p>
        </p:txBody>
      </p:sp>
      <p:sp>
        <p:nvSpPr>
          <p:cNvPr id="7" name="テキスト ボックス 6">
            <a:extLst>
              <a:ext uri="{FF2B5EF4-FFF2-40B4-BE49-F238E27FC236}">
                <a16:creationId xmlns:a16="http://schemas.microsoft.com/office/drawing/2014/main" id="{0CE1EB59-D0E6-466C-A2AF-99926647F913}"/>
              </a:ext>
            </a:extLst>
          </p:cNvPr>
          <p:cNvSpPr txBox="1"/>
          <p:nvPr/>
        </p:nvSpPr>
        <p:spPr>
          <a:xfrm>
            <a:off x="6629400" y="7353300"/>
            <a:ext cx="5882212" cy="1723549"/>
          </a:xfrm>
          <a:prstGeom prst="rect">
            <a:avLst/>
          </a:prstGeom>
          <a:noFill/>
        </p:spPr>
        <p:txBody>
          <a:bodyPr wrap="square" rtlCol="0">
            <a:spAutoFit/>
          </a:bodyPr>
          <a:lstStyle/>
          <a:p>
            <a:pPr algn="l"/>
            <a:r>
              <a:rPr kumimoji="1" lang="ja-JP" altLang="en-US" sz="4400" dirty="0">
                <a:latin typeface="メイリオ" panose="020B0604030504040204" pitchFamily="50" charset="-128"/>
                <a:ea typeface="メイリオ" panose="020B0604030504040204" pitchFamily="50" charset="-128"/>
              </a:rPr>
              <a:t>学籍番号 </a:t>
            </a:r>
            <a:r>
              <a:rPr kumimoji="1" lang="en-US" altLang="ja-JP" sz="4400" dirty="0">
                <a:latin typeface="メイリオ" panose="020B0604030504040204" pitchFamily="50" charset="-128"/>
                <a:ea typeface="メイリオ" panose="020B0604030504040204" pitchFamily="50" charset="-128"/>
              </a:rPr>
              <a:t>25010501</a:t>
            </a:r>
          </a:p>
          <a:p>
            <a:pPr algn="l"/>
            <a:r>
              <a:rPr lang="ja-JP" altLang="en-US" sz="4400" dirty="0">
                <a:latin typeface="メイリオ" panose="020B0604030504040204" pitchFamily="50" charset="-128"/>
                <a:ea typeface="メイリオ" panose="020B0604030504040204" pitchFamily="50" charset="-128"/>
              </a:rPr>
              <a:t>氏名 　　赤木厳仁</a:t>
            </a:r>
            <a:endParaRPr kumimoji="1" lang="ja-JP" altLang="en-US" sz="4400" dirty="0">
              <a:latin typeface="メイリオ" panose="020B0604030504040204" pitchFamily="50" charset="-128"/>
              <a:ea typeface="メイリオ" panose="020B0604030504040204" pitchFamily="50" charset="-128"/>
            </a:endParaRPr>
          </a:p>
          <a:p>
            <a:endParaRPr kumimoji="1" lang="ja-JP" altLang="en-US" dirty="0"/>
          </a:p>
        </p:txBody>
      </p:sp>
      <p:sp>
        <p:nvSpPr>
          <p:cNvPr id="9" name="テキスト ボックス 8">
            <a:extLst>
              <a:ext uri="{FF2B5EF4-FFF2-40B4-BE49-F238E27FC236}">
                <a16:creationId xmlns:a16="http://schemas.microsoft.com/office/drawing/2014/main" id="{7E101E0F-EA54-4395-8865-B30CE5378397}"/>
              </a:ext>
            </a:extLst>
          </p:cNvPr>
          <p:cNvSpPr txBox="1"/>
          <p:nvPr/>
        </p:nvSpPr>
        <p:spPr>
          <a:xfrm>
            <a:off x="10363200" y="9677175"/>
            <a:ext cx="8320612" cy="584775"/>
          </a:xfrm>
          <a:prstGeom prst="rect">
            <a:avLst/>
          </a:prstGeom>
          <a:noFill/>
        </p:spPr>
        <p:txBody>
          <a:bodyPr wrap="square">
            <a:spAutoFit/>
          </a:bodyPr>
          <a:lstStyle/>
          <a:p>
            <a:r>
              <a:rPr lang="en-US" altLang="ja-JP" sz="3200" dirty="0">
                <a:latin typeface="メイリオ" panose="020B0604030504040204" pitchFamily="50" charset="-128"/>
                <a:ea typeface="メイリオ" panose="020B0604030504040204" pitchFamily="50" charset="-128"/>
              </a:rPr>
              <a:t>UFO</a:t>
            </a:r>
            <a:r>
              <a:rPr lang="ja-JP" altLang="en-US" sz="3200" dirty="0">
                <a:latin typeface="メイリオ" panose="020B0604030504040204" pitchFamily="50" charset="-128"/>
                <a:ea typeface="メイリオ" panose="020B0604030504040204" pitchFamily="50" charset="-128"/>
              </a:rPr>
              <a:t>を操縦して地球人を連れ去る</a:t>
            </a:r>
            <a:r>
              <a:rPr lang="en-US" altLang="ja-JP" sz="3200" dirty="0">
                <a:latin typeface="メイリオ" panose="020B0604030504040204" pitchFamily="50" charset="-128"/>
                <a:ea typeface="メイリオ" panose="020B0604030504040204" pitchFamily="50" charset="-128"/>
              </a:rPr>
              <a:t>3D</a:t>
            </a:r>
            <a:r>
              <a:rPr lang="ja-JP" altLang="en-US" sz="3200" dirty="0">
                <a:latin typeface="メイリオ" panose="020B0604030504040204" pitchFamily="50" charset="-128"/>
                <a:ea typeface="メイリオ" panose="020B0604030504040204" pitchFamily="50" charset="-128"/>
              </a:rPr>
              <a:t>ゲーム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0"/>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a:p>
        </p:txBody>
      </p:sp>
      <p:sp>
        <p:nvSpPr>
          <p:cNvPr id="11" name="Freeform 2">
            <a:extLst>
              <a:ext uri="{FF2B5EF4-FFF2-40B4-BE49-F238E27FC236}">
                <a16:creationId xmlns:a16="http://schemas.microsoft.com/office/drawing/2014/main" id="{73386701-F881-4A3B-B18F-89CD9AD300B7}"/>
              </a:ext>
            </a:extLst>
          </p:cNvPr>
          <p:cNvSpPr/>
          <p:nvPr/>
        </p:nvSpPr>
        <p:spPr>
          <a:xfrm rot="-508438">
            <a:off x="10754081" y="3728294"/>
            <a:ext cx="7413509" cy="4942339"/>
          </a:xfrm>
          <a:custGeom>
            <a:avLst/>
            <a:gdLst/>
            <a:ahLst/>
            <a:cxnLst/>
            <a:rect l="l" t="t" r="r" b="b"/>
            <a:pathLst>
              <a:path w="7825711" h="5217140">
                <a:moveTo>
                  <a:pt x="0" y="0"/>
                </a:moveTo>
                <a:lnTo>
                  <a:pt x="7825711" y="0"/>
                </a:lnTo>
                <a:lnTo>
                  <a:pt x="7825711" y="5217140"/>
                </a:lnTo>
                <a:lnTo>
                  <a:pt x="0" y="5217140"/>
                </a:lnTo>
                <a:lnTo>
                  <a:pt x="0" y="0"/>
                </a:lnTo>
                <a:close/>
              </a:path>
            </a:pathLst>
          </a:custGeom>
          <a:blipFill>
            <a:blip r:embed="rId4"/>
            <a:stretch>
              <a:fillRect/>
            </a:stretch>
          </a:blipFill>
          <a:ln w="171450" cap="sq">
            <a:solidFill>
              <a:srgbClr val="FAFAFA"/>
            </a:solidFill>
            <a:prstDash val="solid"/>
            <a:miter/>
          </a:ln>
        </p:spPr>
      </p:sp>
      <p:sp>
        <p:nvSpPr>
          <p:cNvPr id="4" name="TextBox 4"/>
          <p:cNvSpPr txBox="1"/>
          <p:nvPr/>
        </p:nvSpPr>
        <p:spPr>
          <a:xfrm>
            <a:off x="1028700" y="962025"/>
            <a:ext cx="10325100"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dirty="0">
                <a:solidFill>
                  <a:srgbClr val="D15D5A"/>
                </a:solidFill>
                <a:latin typeface="Carter One"/>
                <a:ea typeface="Carter One"/>
                <a:cs typeface="Carter One"/>
                <a:sym typeface="Carter One"/>
              </a:rPr>
              <a:t>我々</a:t>
            </a:r>
            <a:r>
              <a:rPr lang="ja-JP" altLang="en-US" sz="8000" b="1" u="none" strike="noStrike" dirty="0">
                <a:solidFill>
                  <a:srgbClr val="D15D5A"/>
                </a:solidFill>
                <a:latin typeface="Carter One"/>
                <a:ea typeface="Carter One"/>
                <a:cs typeface="Carter One"/>
                <a:sym typeface="Carter One"/>
              </a:rPr>
              <a:t>を魅了する宇宙人</a:t>
            </a:r>
            <a:endParaRPr lang="en-US" sz="8000" b="1" u="none" strike="noStrike" dirty="0">
              <a:solidFill>
                <a:srgbClr val="D15D5A"/>
              </a:solidFill>
              <a:latin typeface="Carter One"/>
              <a:ea typeface="Carter One"/>
              <a:cs typeface="Carter One"/>
              <a:sym typeface="Carter One"/>
            </a:endParaRPr>
          </a:p>
        </p:txBody>
      </p:sp>
      <p:sp>
        <p:nvSpPr>
          <p:cNvPr id="5" name="TextBox 5"/>
          <p:cNvSpPr txBox="1"/>
          <p:nvPr/>
        </p:nvSpPr>
        <p:spPr>
          <a:xfrm>
            <a:off x="1028700" y="4361929"/>
            <a:ext cx="14668774" cy="3190425"/>
          </a:xfrm>
          <a:prstGeom prst="rect">
            <a:avLst/>
          </a:prstGeom>
        </p:spPr>
        <p:txBody>
          <a:bodyPr wrap="square" lIns="0" tIns="0" rIns="0" bIns="0" rtlCol="0" anchor="t">
            <a:spAutoFit/>
          </a:bodyPr>
          <a:lstStyle/>
          <a:p>
            <a:pPr marL="0" lvl="0" indent="0" algn="l">
              <a:lnSpc>
                <a:spcPts val="4160"/>
              </a:lnSpc>
              <a:spcBef>
                <a:spcPct val="0"/>
              </a:spcBef>
            </a:pPr>
            <a:r>
              <a:rPr lang="en-US" altLang="ja-JP" sz="3200" dirty="0">
                <a:latin typeface="メイリオ" panose="020B0604030504040204" pitchFamily="50" charset="-128"/>
                <a:ea typeface="メイリオ" panose="020B0604030504040204" pitchFamily="50" charset="-128"/>
              </a:rPr>
              <a:t>『</a:t>
            </a:r>
            <a:r>
              <a:rPr lang="ja-JP" altLang="en-US" sz="3200" b="1" u="none" strike="noStrike" dirty="0">
                <a:effectLst/>
                <a:latin typeface="メイリオ" panose="020B0604030504040204" pitchFamily="50" charset="-128"/>
                <a:ea typeface="メイリオ" panose="020B0604030504040204" pitchFamily="50" charset="-128"/>
              </a:rPr>
              <a:t>メン・イン・ブラック</a:t>
            </a:r>
            <a:r>
              <a:rPr lang="en-US" altLang="ja-JP" sz="3200" dirty="0">
                <a:latin typeface="メイリオ" panose="020B0604030504040204" pitchFamily="50" charset="-128"/>
                <a:ea typeface="メイリオ" panose="020B0604030504040204" pitchFamily="50" charset="-128"/>
              </a:rPr>
              <a:t>』</a:t>
            </a:r>
            <a:endParaRPr lang="en-US" altLang="ja-JP" sz="3200" b="1" i="0" dirty="0">
              <a:effectLst/>
              <a:latin typeface="メイリオ" panose="020B0604030504040204" pitchFamily="50" charset="-128"/>
              <a:ea typeface="メイリオ" panose="020B0604030504040204" pitchFamily="50" charset="-128"/>
            </a:endParaRPr>
          </a:p>
          <a:p>
            <a:pPr>
              <a:lnSpc>
                <a:spcPts val="4160"/>
              </a:lnSpc>
              <a:spcBef>
                <a:spcPct val="0"/>
              </a:spcBef>
            </a:pPr>
            <a:r>
              <a:rPr lang="en-US" altLang="ja-JP" sz="3200" dirty="0">
                <a:latin typeface="メイリオ" panose="020B0604030504040204" pitchFamily="50" charset="-128"/>
                <a:ea typeface="メイリオ" panose="020B0604030504040204" pitchFamily="50" charset="-128"/>
              </a:rPr>
              <a:t>『</a:t>
            </a:r>
            <a:r>
              <a:rPr lang="ja-JP" altLang="en-US" sz="3200" b="1" u="none" strike="noStrike" dirty="0">
                <a:effectLst/>
                <a:latin typeface="メイリオ" panose="020B0604030504040204" pitchFamily="50" charset="-128"/>
                <a:ea typeface="メイリオ" panose="020B0604030504040204" pitchFamily="50" charset="-128"/>
              </a:rPr>
              <a:t>未知との遭遇</a:t>
            </a:r>
            <a:r>
              <a:rPr lang="en-US" altLang="ja-JP" sz="3200" dirty="0">
                <a:latin typeface="メイリオ" panose="020B0604030504040204" pitchFamily="50" charset="-128"/>
                <a:ea typeface="メイリオ" panose="020B0604030504040204" pitchFamily="50" charset="-128"/>
              </a:rPr>
              <a:t>』 (1977</a:t>
            </a:r>
            <a:r>
              <a:rPr lang="ja-JP" altLang="en-US" sz="3200" dirty="0">
                <a:latin typeface="メイリオ" panose="020B0604030504040204" pitchFamily="50" charset="-128"/>
                <a:ea typeface="メイリオ" panose="020B0604030504040204" pitchFamily="50" charset="-128"/>
              </a:rPr>
              <a:t>年</a:t>
            </a:r>
            <a:r>
              <a:rPr lang="en-US" altLang="ja-JP" sz="3200" dirty="0">
                <a:latin typeface="メイリオ" panose="020B0604030504040204" pitchFamily="50" charset="-128"/>
                <a:ea typeface="メイリオ" panose="020B0604030504040204" pitchFamily="50" charset="-128"/>
              </a:rPr>
              <a:t>)</a:t>
            </a:r>
          </a:p>
          <a:p>
            <a:pPr>
              <a:lnSpc>
                <a:spcPts val="4160"/>
              </a:lnSpc>
              <a:spcBef>
                <a:spcPct val="0"/>
              </a:spcBef>
            </a:pPr>
            <a:r>
              <a:rPr lang="en-US" altLang="ja-JP" sz="3200" dirty="0">
                <a:latin typeface="メイリオ" panose="020B0604030504040204" pitchFamily="50" charset="-128"/>
                <a:ea typeface="メイリオ" panose="020B0604030504040204" pitchFamily="50" charset="-128"/>
              </a:rPr>
              <a:t>『</a:t>
            </a:r>
            <a:r>
              <a:rPr lang="en-US" altLang="ja-JP" sz="3200" b="1" u="none" strike="noStrike" dirty="0">
                <a:effectLst/>
                <a:latin typeface="メイリオ" panose="020B0604030504040204" pitchFamily="50" charset="-128"/>
                <a:ea typeface="メイリオ" panose="020B0604030504040204" pitchFamily="50" charset="-128"/>
              </a:rPr>
              <a:t>E.T.</a:t>
            </a:r>
            <a:r>
              <a:rPr lang="en-US" altLang="ja-JP" sz="3200" dirty="0">
                <a:latin typeface="メイリオ" panose="020B0604030504040204" pitchFamily="50" charset="-128"/>
                <a:ea typeface="メイリオ" panose="020B0604030504040204" pitchFamily="50" charset="-128"/>
              </a:rPr>
              <a:t>』 (1982</a:t>
            </a:r>
            <a:r>
              <a:rPr lang="ja-JP" altLang="en-US" sz="3200" dirty="0">
                <a:latin typeface="メイリオ" panose="020B0604030504040204" pitchFamily="50" charset="-128"/>
                <a:ea typeface="メイリオ" panose="020B0604030504040204" pitchFamily="50" charset="-128"/>
              </a:rPr>
              <a:t>年</a:t>
            </a:r>
            <a:r>
              <a:rPr lang="en-US" altLang="ja-JP" sz="3200" dirty="0">
                <a:latin typeface="メイリオ" panose="020B0604030504040204" pitchFamily="50" charset="-128"/>
                <a:ea typeface="メイリオ" panose="020B0604030504040204" pitchFamily="50" charset="-128"/>
              </a:rPr>
              <a:t>)</a:t>
            </a:r>
          </a:p>
          <a:p>
            <a:pPr>
              <a:lnSpc>
                <a:spcPts val="4160"/>
              </a:lnSpc>
              <a:spcBef>
                <a:spcPct val="0"/>
              </a:spcBef>
            </a:pPr>
            <a:r>
              <a:rPr lang="en-US" altLang="ja-JP" sz="3200" b="1" u="none" strike="noStrike" dirty="0">
                <a:effectLst/>
                <a:latin typeface="メイリオ" panose="020B0604030504040204" pitchFamily="50" charset="-128"/>
                <a:ea typeface="メイリオ" panose="020B0604030504040204" pitchFamily="50" charset="-128"/>
              </a:rPr>
              <a:t>『</a:t>
            </a:r>
            <a:r>
              <a:rPr lang="ja-JP" altLang="en-US" sz="3200" b="1" u="none" strike="noStrike" dirty="0">
                <a:effectLst/>
                <a:latin typeface="メイリオ" panose="020B0604030504040204" pitchFamily="50" charset="-128"/>
                <a:ea typeface="メイリオ" panose="020B0604030504040204" pitchFamily="50" charset="-128"/>
              </a:rPr>
              <a:t>インデペンデンス・デイ</a:t>
            </a:r>
            <a:r>
              <a:rPr lang="en-US" altLang="ja-JP" sz="3200" b="1" u="none" strike="noStrike" dirty="0">
                <a:effectLst/>
                <a:latin typeface="メイリオ" panose="020B0604030504040204" pitchFamily="50" charset="-128"/>
                <a:ea typeface="メイリオ" panose="020B0604030504040204" pitchFamily="50" charset="-128"/>
              </a:rPr>
              <a:t>』</a:t>
            </a:r>
            <a:r>
              <a:rPr lang="ja-JP" altLang="en-US" sz="3200" u="none" strike="noStrike" dirty="0">
                <a:effectLst/>
                <a:latin typeface="メイリオ" panose="020B0604030504040204" pitchFamily="50" charset="-128"/>
                <a:ea typeface="メイリオ" panose="020B0604030504040204" pitchFamily="50" charset="-128"/>
              </a:rPr>
              <a:t>（</a:t>
            </a:r>
            <a:r>
              <a:rPr lang="en-US" altLang="ja-JP" sz="3200" u="none" strike="noStrike" dirty="0">
                <a:effectLst/>
                <a:latin typeface="メイリオ" panose="020B0604030504040204" pitchFamily="50" charset="-128"/>
                <a:ea typeface="メイリオ" panose="020B0604030504040204" pitchFamily="50" charset="-128"/>
              </a:rPr>
              <a:t>1996</a:t>
            </a:r>
            <a:r>
              <a:rPr lang="ja-JP" altLang="en-US" sz="3200" u="none" strike="noStrike" dirty="0">
                <a:effectLst/>
                <a:latin typeface="メイリオ" panose="020B0604030504040204" pitchFamily="50" charset="-128"/>
                <a:ea typeface="メイリオ" panose="020B0604030504040204" pitchFamily="50" charset="-128"/>
              </a:rPr>
              <a:t>年）</a:t>
            </a:r>
            <a:endParaRPr lang="en-US" altLang="ja-JP" sz="3200" dirty="0">
              <a:latin typeface="メイリオ" panose="020B0604030504040204" pitchFamily="50" charset="-128"/>
              <a:ea typeface="メイリオ" panose="020B0604030504040204" pitchFamily="50" charset="-128"/>
            </a:endParaRPr>
          </a:p>
          <a:p>
            <a:pPr>
              <a:lnSpc>
                <a:spcPts val="4160"/>
              </a:lnSpc>
              <a:spcBef>
                <a:spcPct val="0"/>
              </a:spcBef>
            </a:pPr>
            <a:r>
              <a:rPr lang="en-US" altLang="ja-JP" sz="3200" dirty="0">
                <a:latin typeface="メイリオ" panose="020B0604030504040204" pitchFamily="50" charset="-128"/>
                <a:ea typeface="メイリオ" panose="020B0604030504040204" pitchFamily="50" charset="-128"/>
              </a:rPr>
              <a:t>『</a:t>
            </a:r>
            <a:r>
              <a:rPr lang="ja-JP" altLang="en-US" sz="3200" b="1" u="none" strike="noStrike" dirty="0">
                <a:effectLst/>
                <a:latin typeface="メイリオ" panose="020B0604030504040204" pitchFamily="50" charset="-128"/>
                <a:ea typeface="メイリオ" panose="020B0604030504040204" pitchFamily="50" charset="-128"/>
              </a:rPr>
              <a:t>プロジェクト・ヘイル・メアリー</a:t>
            </a:r>
            <a:r>
              <a:rPr lang="en-US" altLang="ja-JP" sz="3200" dirty="0">
                <a:latin typeface="メイリオ" panose="020B0604030504040204" pitchFamily="50" charset="-128"/>
                <a:ea typeface="メイリオ" panose="020B0604030504040204" pitchFamily="50" charset="-128"/>
              </a:rPr>
              <a:t>』 (2026</a:t>
            </a:r>
            <a:r>
              <a:rPr lang="ja-JP" altLang="en-US" sz="3200" dirty="0">
                <a:latin typeface="メイリオ" panose="020B0604030504040204" pitchFamily="50" charset="-128"/>
                <a:ea typeface="メイリオ" panose="020B0604030504040204" pitchFamily="50" charset="-128"/>
              </a:rPr>
              <a:t>年公開</a:t>
            </a:r>
            <a:r>
              <a:rPr lang="en-US" altLang="ja-JP" sz="3200" dirty="0">
                <a:latin typeface="メイリオ" panose="020B0604030504040204" pitchFamily="50" charset="-128"/>
                <a:ea typeface="メイリオ" panose="020B0604030504040204" pitchFamily="50" charset="-128"/>
              </a:rPr>
              <a:t>)</a:t>
            </a:r>
            <a:endParaRPr lang="ja-JP" altLang="en-US" sz="3200" dirty="0">
              <a:latin typeface="メイリオ" panose="020B0604030504040204" pitchFamily="50" charset="-128"/>
              <a:ea typeface="メイリオ" panose="020B0604030504040204" pitchFamily="50" charset="-128"/>
            </a:endParaRPr>
          </a:p>
          <a:p>
            <a:pPr marL="0" lvl="0" indent="0" algn="l">
              <a:lnSpc>
                <a:spcPts val="4160"/>
              </a:lnSpc>
              <a:spcBef>
                <a:spcPct val="0"/>
              </a:spcBef>
            </a:pPr>
            <a:endParaRPr lang="en-US" altLang="ja-JP" sz="3200" b="1" i="0" dirty="0">
              <a:effectLst/>
              <a:latin typeface="Arial" panose="020B0604020202020204" pitchFamily="34" charset="0"/>
            </a:endParaRPr>
          </a:p>
        </p:txBody>
      </p:sp>
      <p:sp>
        <p:nvSpPr>
          <p:cNvPr id="7" name="TextBox 7"/>
          <p:cNvSpPr txBox="1"/>
          <p:nvPr/>
        </p:nvSpPr>
        <p:spPr>
          <a:xfrm>
            <a:off x="1028700" y="2937244"/>
            <a:ext cx="12077700" cy="573234"/>
          </a:xfrm>
          <a:prstGeom prst="rect">
            <a:avLst/>
          </a:prstGeom>
        </p:spPr>
        <p:txBody>
          <a:bodyPr wrap="square" lIns="0" tIns="0" rIns="0" bIns="0" rtlCol="0" anchor="t">
            <a:spAutoFit/>
          </a:bodyPr>
          <a:lstStyle/>
          <a:p>
            <a:pPr marL="0" lvl="0" indent="0" algn="l">
              <a:lnSpc>
                <a:spcPts val="4160"/>
              </a:lnSpc>
              <a:spcBef>
                <a:spcPct val="0"/>
              </a:spcBef>
            </a:pPr>
            <a:r>
              <a:rPr lang="ja-JP" altLang="en-US" sz="4400" b="1" dirty="0">
                <a:solidFill>
                  <a:srgbClr val="000000"/>
                </a:solidFill>
                <a:latin typeface="Courier Prime"/>
                <a:ea typeface="Courier Prime"/>
                <a:cs typeface="Courier Prime"/>
                <a:sym typeface="Courier Prime"/>
              </a:rPr>
              <a:t>映画をはじめ様々な創作物の題材とされている</a:t>
            </a:r>
            <a:endParaRPr lang="en-US" altLang="ja-JP" sz="4400" b="1" dirty="0">
              <a:solidFill>
                <a:srgbClr val="000000"/>
              </a:solidFill>
              <a:latin typeface="Courier Prime"/>
              <a:ea typeface="Courier Prime"/>
              <a:cs typeface="Courier Prime"/>
              <a:sym typeface="Courier Prime"/>
            </a:endParaRPr>
          </a:p>
        </p:txBody>
      </p:sp>
      <p:sp>
        <p:nvSpPr>
          <p:cNvPr id="8" name="TextBox 7">
            <a:extLst>
              <a:ext uri="{FF2B5EF4-FFF2-40B4-BE49-F238E27FC236}">
                <a16:creationId xmlns:a16="http://schemas.microsoft.com/office/drawing/2014/main" id="{62E4E8A2-4C75-45B4-8C81-17877235BC7A}"/>
              </a:ext>
            </a:extLst>
          </p:cNvPr>
          <p:cNvSpPr txBox="1"/>
          <p:nvPr/>
        </p:nvSpPr>
        <p:spPr>
          <a:xfrm>
            <a:off x="1028700" y="8663005"/>
            <a:ext cx="12077700" cy="573234"/>
          </a:xfrm>
          <a:prstGeom prst="rect">
            <a:avLst/>
          </a:prstGeom>
        </p:spPr>
        <p:txBody>
          <a:bodyPr wrap="square" lIns="0" tIns="0" rIns="0" bIns="0" rtlCol="0" anchor="t">
            <a:spAutoFit/>
          </a:bodyPr>
          <a:lstStyle/>
          <a:p>
            <a:pPr marL="0" lvl="0" indent="0" algn="l">
              <a:lnSpc>
                <a:spcPts val="4160"/>
              </a:lnSpc>
              <a:spcBef>
                <a:spcPct val="0"/>
              </a:spcBef>
            </a:pPr>
            <a:r>
              <a:rPr lang="ja-JP" altLang="en-US" sz="4400" b="1" dirty="0">
                <a:solidFill>
                  <a:srgbClr val="000000"/>
                </a:solidFill>
                <a:latin typeface="Courier Prime"/>
                <a:ea typeface="Courier Prime"/>
                <a:cs typeface="Courier Prime"/>
                <a:sym typeface="Courier Prime"/>
              </a:rPr>
              <a:t>幅広い年代で作られている</a:t>
            </a:r>
            <a:endParaRPr lang="en-US" altLang="ja-JP" sz="4400" b="1" dirty="0">
              <a:solidFill>
                <a:srgbClr val="000000"/>
              </a:solidFill>
              <a:latin typeface="Courier Prime"/>
              <a:ea typeface="Courier Prime"/>
              <a:cs typeface="Courier Prime"/>
              <a:sym typeface="Courier Prime"/>
            </a:endParaRPr>
          </a:p>
        </p:txBody>
      </p:sp>
    </p:spTree>
    <p:extLst>
      <p:ext uri="{BB962C8B-B14F-4D97-AF65-F5344CB8AC3E}">
        <p14:creationId xmlns:p14="http://schemas.microsoft.com/office/powerpoint/2010/main" val="3006203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3">
              <a:alphaModFix amt="35000"/>
            </a:blip>
            <a:stretch>
              <a:fillRect/>
            </a:stretch>
          </a:blipFill>
        </p:spPr>
      </p:sp>
      <p:sp>
        <p:nvSpPr>
          <p:cNvPr id="3" name="Freeform 3"/>
          <p:cNvSpPr/>
          <p:nvPr/>
        </p:nvSpPr>
        <p:spPr>
          <a:xfrm>
            <a:off x="0" y="0"/>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4">
              <a:alphaModFix amt="8999"/>
            </a:blip>
            <a:stretch>
              <a:fillRect t="-8879" b="-8879"/>
            </a:stretch>
          </a:blipFill>
        </p:spPr>
        <p:txBody>
          <a:bodyPr/>
          <a:lstStyle/>
          <a:p>
            <a:endParaRPr lang="ja-JP" altLang="en-US" dirty="0"/>
          </a:p>
        </p:txBody>
      </p:sp>
      <p:sp>
        <p:nvSpPr>
          <p:cNvPr id="4" name="TextBox 4"/>
          <p:cNvSpPr txBox="1"/>
          <p:nvPr/>
        </p:nvSpPr>
        <p:spPr>
          <a:xfrm>
            <a:off x="1028700" y="962025"/>
            <a:ext cx="10722770"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u="none" strike="noStrike" dirty="0">
                <a:solidFill>
                  <a:srgbClr val="D15D5A"/>
                </a:solidFill>
                <a:latin typeface="Carter One"/>
                <a:ea typeface="Carter One"/>
                <a:cs typeface="Carter One"/>
                <a:sym typeface="Carter One"/>
              </a:rPr>
              <a:t>ひきつけられる理由</a:t>
            </a:r>
            <a:endParaRPr lang="en-US" sz="8000" b="1" u="none" strike="noStrike" dirty="0">
              <a:solidFill>
                <a:srgbClr val="D15D5A"/>
              </a:solidFill>
              <a:latin typeface="Carter One"/>
              <a:ea typeface="Carter One"/>
              <a:cs typeface="Carter One"/>
              <a:sym typeface="Carter One"/>
            </a:endParaRPr>
          </a:p>
        </p:txBody>
      </p:sp>
      <p:sp>
        <p:nvSpPr>
          <p:cNvPr id="5" name="TextBox 5"/>
          <p:cNvSpPr txBox="1"/>
          <p:nvPr/>
        </p:nvSpPr>
        <p:spPr>
          <a:xfrm>
            <a:off x="685800" y="2071205"/>
            <a:ext cx="3599070" cy="588623"/>
          </a:xfrm>
          <a:prstGeom prst="rect">
            <a:avLst/>
          </a:prstGeom>
        </p:spPr>
        <p:txBody>
          <a:bodyPr wrap="square" lIns="0" tIns="0" rIns="0" bIns="0" rtlCol="0" anchor="t">
            <a:spAutoFit/>
          </a:bodyPr>
          <a:lstStyle/>
          <a:p>
            <a:pPr marL="0" lvl="0" indent="0" algn="l">
              <a:lnSpc>
                <a:spcPts val="4160"/>
              </a:lnSpc>
              <a:spcBef>
                <a:spcPct val="0"/>
              </a:spcBef>
            </a:pPr>
            <a:r>
              <a:rPr lang="ja-JP" altLang="en-US" sz="4800" b="1" u="none" strike="noStrike" dirty="0">
                <a:solidFill>
                  <a:srgbClr val="000000"/>
                </a:solidFill>
                <a:latin typeface="Courier Prime"/>
                <a:ea typeface="Courier Prime"/>
                <a:cs typeface="Courier Prime"/>
                <a:sym typeface="Courier Prime"/>
              </a:rPr>
              <a:t>ビジュアル</a:t>
            </a:r>
            <a:endParaRPr lang="en-US" sz="4800" b="1" u="none" strike="noStrike" dirty="0">
              <a:solidFill>
                <a:srgbClr val="000000"/>
              </a:solidFill>
              <a:latin typeface="Courier Prime"/>
              <a:ea typeface="Courier Prime"/>
              <a:cs typeface="Courier Prime"/>
              <a:sym typeface="Courier Prime"/>
            </a:endParaRPr>
          </a:p>
        </p:txBody>
      </p:sp>
      <p:sp>
        <p:nvSpPr>
          <p:cNvPr id="9" name="TextBox 9"/>
          <p:cNvSpPr txBox="1"/>
          <p:nvPr/>
        </p:nvSpPr>
        <p:spPr>
          <a:xfrm>
            <a:off x="478352" y="5522732"/>
            <a:ext cx="15725744" cy="1231106"/>
          </a:xfrm>
          <a:prstGeom prst="rect">
            <a:avLst/>
          </a:prstGeom>
        </p:spPr>
        <p:txBody>
          <a:bodyPr wrap="square" lIns="0" tIns="0" rIns="0" bIns="0" rtlCol="0" anchor="t">
            <a:spAutoFit/>
          </a:bodyPr>
          <a:lstStyle/>
          <a:p>
            <a:pPr marL="410208" lvl="1" indent="-205104" algn="l">
              <a:buFont typeface="Arial"/>
              <a:buChar char="•"/>
            </a:pPr>
            <a:r>
              <a:rPr lang="ja-JP" altLang="en-US" sz="4000" dirty="0">
                <a:solidFill>
                  <a:srgbClr val="0D2159"/>
                </a:solidFill>
                <a:latin typeface="メイリオ" panose="020B0604030504040204" pitchFamily="50" charset="-128"/>
                <a:ea typeface="メイリオ" panose="020B0604030504040204" pitchFamily="50" charset="-128"/>
                <a:cs typeface="Courier Prime"/>
                <a:sym typeface="Courier Prime"/>
              </a:rPr>
              <a:t>わからないものを知りたいと思う、怖いと思う気持ちが多くの人が</a:t>
            </a:r>
            <a:r>
              <a:rPr lang="en-US" altLang="ja-JP" sz="4000" dirty="0">
                <a:solidFill>
                  <a:srgbClr val="0D2159"/>
                </a:solidFill>
                <a:latin typeface="メイリオ" panose="020B0604030504040204" pitchFamily="50" charset="-128"/>
                <a:ea typeface="メイリオ" panose="020B0604030504040204" pitchFamily="50" charset="-128"/>
                <a:cs typeface="Courier Prime"/>
                <a:sym typeface="Courier Prime"/>
              </a:rPr>
              <a:t>UFO</a:t>
            </a:r>
            <a:r>
              <a:rPr lang="ja-JP" altLang="en-US" sz="4000" dirty="0">
                <a:solidFill>
                  <a:srgbClr val="0D2159"/>
                </a:solidFill>
                <a:latin typeface="メイリオ" panose="020B0604030504040204" pitchFamily="50" charset="-128"/>
                <a:ea typeface="メイリオ" panose="020B0604030504040204" pitchFamily="50" charset="-128"/>
                <a:cs typeface="Courier Prime"/>
                <a:sym typeface="Courier Prime"/>
              </a:rPr>
              <a:t>を語る原因となった</a:t>
            </a:r>
            <a:endParaRPr lang="en-US" sz="4000" dirty="0">
              <a:solidFill>
                <a:srgbClr val="0D2159"/>
              </a:solidFill>
              <a:latin typeface="メイリオ" panose="020B0604030504040204" pitchFamily="50" charset="-128"/>
              <a:ea typeface="メイリオ" panose="020B0604030504040204" pitchFamily="50" charset="-128"/>
              <a:cs typeface="Courier Prime"/>
              <a:sym typeface="Courier Prime"/>
            </a:endParaRPr>
          </a:p>
        </p:txBody>
      </p:sp>
      <p:sp>
        <p:nvSpPr>
          <p:cNvPr id="14" name="正方形/長方形 13">
            <a:extLst>
              <a:ext uri="{FF2B5EF4-FFF2-40B4-BE49-F238E27FC236}">
                <a16:creationId xmlns:a16="http://schemas.microsoft.com/office/drawing/2014/main" id="{87AEEB25-EF75-42B2-A38E-945A9B0D995C}"/>
              </a:ext>
            </a:extLst>
          </p:cNvPr>
          <p:cNvSpPr/>
          <p:nvPr/>
        </p:nvSpPr>
        <p:spPr>
          <a:xfrm>
            <a:off x="491491" y="1800496"/>
            <a:ext cx="16447257" cy="2664000"/>
          </a:xfrm>
          <a:prstGeom prst="rect">
            <a:avLst/>
          </a:prstGeom>
          <a:noFill/>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dirty="0">
              <a:latin typeface="Courier Prime" panose="020B0600070205080204" charset="0"/>
            </a:endParaRPr>
          </a:p>
        </p:txBody>
      </p:sp>
      <p:sp>
        <p:nvSpPr>
          <p:cNvPr id="15" name="正方形/長方形 14">
            <a:extLst>
              <a:ext uri="{FF2B5EF4-FFF2-40B4-BE49-F238E27FC236}">
                <a16:creationId xmlns:a16="http://schemas.microsoft.com/office/drawing/2014/main" id="{37EEA822-BC84-45F1-BDEA-7DDD5CAC40F5}"/>
              </a:ext>
            </a:extLst>
          </p:cNvPr>
          <p:cNvSpPr/>
          <p:nvPr/>
        </p:nvSpPr>
        <p:spPr>
          <a:xfrm>
            <a:off x="498174" y="4464496"/>
            <a:ext cx="16440574" cy="2664000"/>
          </a:xfrm>
          <a:prstGeom prst="rect">
            <a:avLst/>
          </a:prstGeom>
          <a:noFill/>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6D95F2EE-495F-48B5-9EE6-659E975F144B}"/>
              </a:ext>
            </a:extLst>
          </p:cNvPr>
          <p:cNvSpPr/>
          <p:nvPr/>
        </p:nvSpPr>
        <p:spPr>
          <a:xfrm>
            <a:off x="504856" y="7115866"/>
            <a:ext cx="16433893" cy="2664000"/>
          </a:xfrm>
          <a:prstGeom prst="rect">
            <a:avLst/>
          </a:prstGeom>
          <a:noFill/>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a:p>
        </p:txBody>
      </p:sp>
      <p:sp>
        <p:nvSpPr>
          <p:cNvPr id="18" name="TextBox 5">
            <a:extLst>
              <a:ext uri="{FF2B5EF4-FFF2-40B4-BE49-F238E27FC236}">
                <a16:creationId xmlns:a16="http://schemas.microsoft.com/office/drawing/2014/main" id="{E0363ECD-E022-4D85-9E6B-3135DED1B232}"/>
              </a:ext>
            </a:extLst>
          </p:cNvPr>
          <p:cNvSpPr txBox="1"/>
          <p:nvPr/>
        </p:nvSpPr>
        <p:spPr>
          <a:xfrm>
            <a:off x="685798" y="4746979"/>
            <a:ext cx="6781801" cy="588623"/>
          </a:xfrm>
          <a:prstGeom prst="rect">
            <a:avLst/>
          </a:prstGeom>
        </p:spPr>
        <p:txBody>
          <a:bodyPr wrap="square" lIns="0" tIns="0" rIns="0" bIns="0" rtlCol="0" anchor="t">
            <a:spAutoFit/>
          </a:bodyPr>
          <a:lstStyle/>
          <a:p>
            <a:pPr marL="0" lvl="0" indent="0" algn="l">
              <a:lnSpc>
                <a:spcPts val="4160"/>
              </a:lnSpc>
              <a:spcBef>
                <a:spcPct val="0"/>
              </a:spcBef>
            </a:pPr>
            <a:r>
              <a:rPr lang="ja-JP" altLang="en-US" sz="4800" b="1" u="none" strike="noStrike" dirty="0">
                <a:solidFill>
                  <a:srgbClr val="000000"/>
                </a:solidFill>
                <a:latin typeface="Courier Prime"/>
                <a:ea typeface="Courier Prime"/>
                <a:cs typeface="Courier Prime"/>
                <a:sym typeface="Courier Prime"/>
              </a:rPr>
              <a:t>知的好奇心・恐怖心</a:t>
            </a:r>
            <a:endParaRPr lang="en-US" sz="4800" b="1" u="none" strike="noStrike" dirty="0">
              <a:solidFill>
                <a:srgbClr val="000000"/>
              </a:solidFill>
              <a:latin typeface="Courier Prime"/>
              <a:ea typeface="Courier Prime"/>
              <a:cs typeface="Courier Prime"/>
              <a:sym typeface="Courier Prime"/>
            </a:endParaRPr>
          </a:p>
        </p:txBody>
      </p:sp>
      <p:sp>
        <p:nvSpPr>
          <p:cNvPr id="19" name="TextBox 5">
            <a:extLst>
              <a:ext uri="{FF2B5EF4-FFF2-40B4-BE49-F238E27FC236}">
                <a16:creationId xmlns:a16="http://schemas.microsoft.com/office/drawing/2014/main" id="{4AA13E6B-B265-4AE1-87CD-B059692E73EA}"/>
              </a:ext>
            </a:extLst>
          </p:cNvPr>
          <p:cNvSpPr txBox="1"/>
          <p:nvPr/>
        </p:nvSpPr>
        <p:spPr>
          <a:xfrm>
            <a:off x="685798" y="7388579"/>
            <a:ext cx="4495802" cy="588623"/>
          </a:xfrm>
          <a:prstGeom prst="rect">
            <a:avLst/>
          </a:prstGeom>
        </p:spPr>
        <p:txBody>
          <a:bodyPr wrap="square" lIns="0" tIns="0" rIns="0" bIns="0" rtlCol="0" anchor="t">
            <a:spAutoFit/>
          </a:bodyPr>
          <a:lstStyle/>
          <a:p>
            <a:pPr marL="0" lvl="0" indent="0" algn="l">
              <a:lnSpc>
                <a:spcPts val="4160"/>
              </a:lnSpc>
              <a:spcBef>
                <a:spcPct val="0"/>
              </a:spcBef>
            </a:pPr>
            <a:r>
              <a:rPr lang="ja-JP" altLang="en-US" sz="4800" b="1" u="none" strike="noStrike" dirty="0">
                <a:solidFill>
                  <a:srgbClr val="000000"/>
                </a:solidFill>
                <a:latin typeface="Courier Prime"/>
                <a:ea typeface="Courier Prime"/>
                <a:cs typeface="Courier Prime"/>
                <a:sym typeface="Courier Prime"/>
              </a:rPr>
              <a:t>身近であること</a:t>
            </a:r>
            <a:endParaRPr lang="en-US" sz="4800" b="1" u="none" strike="noStrike" dirty="0">
              <a:solidFill>
                <a:srgbClr val="000000"/>
              </a:solidFill>
              <a:latin typeface="Courier Prime"/>
              <a:ea typeface="Courier Prime"/>
              <a:cs typeface="Courier Prime"/>
              <a:sym typeface="Courier Prime"/>
            </a:endParaRPr>
          </a:p>
        </p:txBody>
      </p:sp>
      <p:sp>
        <p:nvSpPr>
          <p:cNvPr id="21" name="Freeform 3">
            <a:extLst>
              <a:ext uri="{FF2B5EF4-FFF2-40B4-BE49-F238E27FC236}">
                <a16:creationId xmlns:a16="http://schemas.microsoft.com/office/drawing/2014/main" id="{E44A231F-0553-4565-BF3B-80D7B1640367}"/>
              </a:ext>
            </a:extLst>
          </p:cNvPr>
          <p:cNvSpPr/>
          <p:nvPr/>
        </p:nvSpPr>
        <p:spPr>
          <a:xfrm flipH="1">
            <a:off x="5181600" y="1879524"/>
            <a:ext cx="2158670" cy="2308092"/>
          </a:xfrm>
          <a:custGeom>
            <a:avLst/>
            <a:gdLst/>
            <a:ahLst/>
            <a:cxnLst/>
            <a:rect l="l" t="t" r="r" b="b"/>
            <a:pathLst>
              <a:path w="12188871" h="8125914">
                <a:moveTo>
                  <a:pt x="12188872" y="0"/>
                </a:moveTo>
                <a:lnTo>
                  <a:pt x="0" y="0"/>
                </a:lnTo>
                <a:lnTo>
                  <a:pt x="0" y="8125914"/>
                </a:lnTo>
                <a:lnTo>
                  <a:pt x="12188872" y="8125914"/>
                </a:lnTo>
                <a:lnTo>
                  <a:pt x="12188872" y="0"/>
                </a:lnTo>
                <a:close/>
              </a:path>
            </a:pathLst>
          </a:custGeom>
          <a:blipFill>
            <a:blip r:embed="rId5"/>
            <a:stretch>
              <a:fillRect l="-60383" r="-1"/>
            </a:stretch>
          </a:blipFill>
        </p:spPr>
      </p:sp>
      <p:sp>
        <p:nvSpPr>
          <p:cNvPr id="22" name="Freeform 18">
            <a:extLst>
              <a:ext uri="{FF2B5EF4-FFF2-40B4-BE49-F238E27FC236}">
                <a16:creationId xmlns:a16="http://schemas.microsoft.com/office/drawing/2014/main" id="{4833FA64-898A-49AF-8CB3-3B2955748170}"/>
              </a:ext>
            </a:extLst>
          </p:cNvPr>
          <p:cNvSpPr/>
          <p:nvPr/>
        </p:nvSpPr>
        <p:spPr>
          <a:xfrm>
            <a:off x="8153400" y="1934695"/>
            <a:ext cx="3428674" cy="2285782"/>
          </a:xfrm>
          <a:custGeom>
            <a:avLst/>
            <a:gdLst/>
            <a:ahLst/>
            <a:cxnLst/>
            <a:rect l="l" t="t" r="r" b="b"/>
            <a:pathLst>
              <a:path w="9326808" h="6217872">
                <a:moveTo>
                  <a:pt x="0" y="0"/>
                </a:moveTo>
                <a:lnTo>
                  <a:pt x="9326808" y="0"/>
                </a:lnTo>
                <a:lnTo>
                  <a:pt x="9326808" y="6217872"/>
                </a:lnTo>
                <a:lnTo>
                  <a:pt x="0" y="6217872"/>
                </a:lnTo>
                <a:lnTo>
                  <a:pt x="0" y="0"/>
                </a:lnTo>
                <a:close/>
              </a:path>
            </a:pathLst>
          </a:custGeom>
          <a:blipFill>
            <a:blip r:embed="rId6"/>
            <a:stretch>
              <a:fillRect/>
            </a:stretch>
          </a:blipFill>
          <a:ln w="190500" cap="sq">
            <a:solidFill>
              <a:srgbClr val="FAFAFA"/>
            </a:solidFill>
            <a:prstDash val="solid"/>
            <a:miter/>
          </a:ln>
        </p:spPr>
      </p:sp>
      <p:sp>
        <p:nvSpPr>
          <p:cNvPr id="24" name="TextBox 9">
            <a:extLst>
              <a:ext uri="{FF2B5EF4-FFF2-40B4-BE49-F238E27FC236}">
                <a16:creationId xmlns:a16="http://schemas.microsoft.com/office/drawing/2014/main" id="{914305C4-4C6A-4214-957A-A10283CF44FB}"/>
              </a:ext>
            </a:extLst>
          </p:cNvPr>
          <p:cNvSpPr txBox="1"/>
          <p:nvPr/>
        </p:nvSpPr>
        <p:spPr>
          <a:xfrm>
            <a:off x="478352" y="8178985"/>
            <a:ext cx="15725744" cy="413575"/>
          </a:xfrm>
          <a:prstGeom prst="rect">
            <a:avLst/>
          </a:prstGeom>
        </p:spPr>
        <p:txBody>
          <a:bodyPr wrap="square" lIns="0" tIns="0" rIns="0" bIns="0" rtlCol="0" anchor="t">
            <a:spAutoFit/>
          </a:bodyPr>
          <a:lstStyle/>
          <a:p>
            <a:pPr marL="410208" lvl="1" indent="-205104" algn="l">
              <a:lnSpc>
                <a:spcPts val="2659"/>
              </a:lnSpc>
              <a:buFont typeface="Arial"/>
              <a:buChar char="•"/>
            </a:pPr>
            <a:r>
              <a:rPr lang="ja-JP" altLang="en-US" sz="4000" dirty="0">
                <a:solidFill>
                  <a:srgbClr val="0D2159"/>
                </a:solidFill>
                <a:latin typeface="メイリオ" panose="020B0604030504040204" pitchFamily="50" charset="-128"/>
                <a:ea typeface="メイリオ" panose="020B0604030504040204" pitchFamily="50" charset="-128"/>
                <a:cs typeface="Courier Prime"/>
                <a:sym typeface="Courier Prime"/>
              </a:rPr>
              <a:t>空を見ると探してみたいくなる</a:t>
            </a:r>
            <a:endParaRPr lang="en-US" sz="4000" dirty="0">
              <a:solidFill>
                <a:srgbClr val="0D2159"/>
              </a:solidFill>
              <a:latin typeface="メイリオ" panose="020B0604030504040204" pitchFamily="50" charset="-128"/>
              <a:ea typeface="メイリオ" panose="020B0604030504040204" pitchFamily="50" charset="-128"/>
              <a:cs typeface="Courier Prime"/>
              <a:sym typeface="Courier Prime"/>
            </a:endParaRPr>
          </a:p>
        </p:txBody>
      </p:sp>
      <p:sp>
        <p:nvSpPr>
          <p:cNvPr id="17" name="TextBox 9">
            <a:extLst>
              <a:ext uri="{FF2B5EF4-FFF2-40B4-BE49-F238E27FC236}">
                <a16:creationId xmlns:a16="http://schemas.microsoft.com/office/drawing/2014/main" id="{A4B8C40E-5293-49CF-9DE2-46AEF4F99756}"/>
              </a:ext>
            </a:extLst>
          </p:cNvPr>
          <p:cNvSpPr txBox="1"/>
          <p:nvPr/>
        </p:nvSpPr>
        <p:spPr>
          <a:xfrm>
            <a:off x="685798" y="2719089"/>
            <a:ext cx="2226874" cy="1231106"/>
          </a:xfrm>
          <a:prstGeom prst="rect">
            <a:avLst/>
          </a:prstGeom>
        </p:spPr>
        <p:txBody>
          <a:bodyPr wrap="square" lIns="0" tIns="0" rIns="0" bIns="0" rtlCol="0" anchor="t">
            <a:spAutoFit/>
          </a:bodyPr>
          <a:lstStyle/>
          <a:p>
            <a:pPr marL="410208" lvl="1" indent="-205104" algn="l">
              <a:buFont typeface="Arial"/>
              <a:buChar char="•"/>
            </a:pPr>
            <a:r>
              <a:rPr lang="ja-JP" altLang="en-US" sz="4000" dirty="0">
                <a:solidFill>
                  <a:srgbClr val="0D2159"/>
                </a:solidFill>
                <a:latin typeface="メイリオ" panose="020B0604030504040204" pitchFamily="50" charset="-128"/>
                <a:ea typeface="メイリオ" panose="020B0604030504040204" pitchFamily="50" charset="-128"/>
                <a:cs typeface="Courier Prime"/>
                <a:sym typeface="Courier Prime"/>
              </a:rPr>
              <a:t>動き</a:t>
            </a:r>
            <a:endParaRPr lang="en-US" altLang="ja-JP" sz="4000" dirty="0">
              <a:solidFill>
                <a:srgbClr val="0D2159"/>
              </a:solidFill>
              <a:latin typeface="メイリオ" panose="020B0604030504040204" pitchFamily="50" charset="-128"/>
              <a:ea typeface="メイリオ" panose="020B0604030504040204" pitchFamily="50" charset="-128"/>
              <a:cs typeface="Courier Prime"/>
              <a:sym typeface="Courier Prime"/>
            </a:endParaRPr>
          </a:p>
          <a:p>
            <a:pPr marL="410208" lvl="1" indent="-205104" algn="l">
              <a:buFont typeface="Arial"/>
              <a:buChar char="•"/>
            </a:pPr>
            <a:r>
              <a:rPr lang="ja-JP" altLang="en-US" sz="4000" dirty="0">
                <a:solidFill>
                  <a:srgbClr val="0D2159"/>
                </a:solidFill>
                <a:latin typeface="メイリオ" panose="020B0604030504040204" pitchFamily="50" charset="-128"/>
                <a:ea typeface="メイリオ" panose="020B0604030504040204" pitchFamily="50" charset="-128"/>
                <a:cs typeface="Courier Prime"/>
                <a:sym typeface="Courier Prime"/>
              </a:rPr>
              <a:t>見た目</a:t>
            </a:r>
            <a:endParaRPr lang="en-US" sz="4000" dirty="0">
              <a:solidFill>
                <a:srgbClr val="0D2159"/>
              </a:solidFill>
              <a:latin typeface="メイリオ" panose="020B0604030504040204" pitchFamily="50" charset="-128"/>
              <a:ea typeface="メイリオ" panose="020B0604030504040204" pitchFamily="50" charset="-128"/>
              <a:cs typeface="Courier Prime"/>
              <a:sym typeface="Courier Prime"/>
            </a:endParaRPr>
          </a:p>
        </p:txBody>
      </p:sp>
    </p:spTree>
    <p:extLst>
      <p:ext uri="{BB962C8B-B14F-4D97-AF65-F5344CB8AC3E}">
        <p14:creationId xmlns:p14="http://schemas.microsoft.com/office/powerpoint/2010/main" val="3251508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0"/>
            <a:ext cx="18588976" cy="10288814"/>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dirty="0"/>
          </a:p>
        </p:txBody>
      </p:sp>
      <p:sp>
        <p:nvSpPr>
          <p:cNvPr id="4" name="TextBox 4"/>
          <p:cNvSpPr txBox="1"/>
          <p:nvPr/>
        </p:nvSpPr>
        <p:spPr>
          <a:xfrm>
            <a:off x="1028700" y="962025"/>
            <a:ext cx="10722770"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u="none" strike="noStrike" dirty="0">
                <a:solidFill>
                  <a:srgbClr val="D15D5A"/>
                </a:solidFill>
                <a:latin typeface="Carter One"/>
                <a:ea typeface="Carter One"/>
                <a:cs typeface="Carter One"/>
                <a:sym typeface="Carter One"/>
              </a:rPr>
              <a:t>魅了のサイクル</a:t>
            </a:r>
            <a:endParaRPr lang="en-US" sz="8000" b="1" u="none" strike="noStrike" dirty="0">
              <a:solidFill>
                <a:srgbClr val="D15D5A"/>
              </a:solidFill>
              <a:latin typeface="Carter One"/>
              <a:ea typeface="Carter One"/>
              <a:cs typeface="Carter One"/>
              <a:sym typeface="Carter One"/>
            </a:endParaRPr>
          </a:p>
        </p:txBody>
      </p:sp>
      <p:grpSp>
        <p:nvGrpSpPr>
          <p:cNvPr id="31" name="グループ化 30">
            <a:extLst>
              <a:ext uri="{FF2B5EF4-FFF2-40B4-BE49-F238E27FC236}">
                <a16:creationId xmlns:a16="http://schemas.microsoft.com/office/drawing/2014/main" id="{4C4D4A9C-2338-4F19-8133-8400BCDE4931}"/>
              </a:ext>
            </a:extLst>
          </p:cNvPr>
          <p:cNvGrpSpPr/>
          <p:nvPr/>
        </p:nvGrpSpPr>
        <p:grpSpPr>
          <a:xfrm>
            <a:off x="370285" y="3468343"/>
            <a:ext cx="7056562" cy="4931959"/>
            <a:chOff x="330059" y="3164458"/>
            <a:chExt cx="7826956" cy="5272871"/>
          </a:xfrm>
        </p:grpSpPr>
        <p:grpSp>
          <p:nvGrpSpPr>
            <p:cNvPr id="17" name="グループ化 16">
              <a:extLst>
                <a:ext uri="{FF2B5EF4-FFF2-40B4-BE49-F238E27FC236}">
                  <a16:creationId xmlns:a16="http://schemas.microsoft.com/office/drawing/2014/main" id="{6F40E4B3-9135-4E88-A347-01B1CA4FF383}"/>
                </a:ext>
              </a:extLst>
            </p:cNvPr>
            <p:cNvGrpSpPr/>
            <p:nvPr/>
          </p:nvGrpSpPr>
          <p:grpSpPr>
            <a:xfrm>
              <a:off x="2898259" y="4208838"/>
              <a:ext cx="3763721" cy="3763721"/>
              <a:chOff x="2581932" y="3667339"/>
              <a:chExt cx="4495800" cy="4495800"/>
            </a:xfrm>
          </p:grpSpPr>
          <p:sp>
            <p:nvSpPr>
              <p:cNvPr id="15" name="Freeform 18">
                <a:extLst>
                  <a:ext uri="{FF2B5EF4-FFF2-40B4-BE49-F238E27FC236}">
                    <a16:creationId xmlns:a16="http://schemas.microsoft.com/office/drawing/2014/main" id="{15E44823-3CC3-45E1-9079-5DE2E38571B7}"/>
                  </a:ext>
                </a:extLst>
              </p:cNvPr>
              <p:cNvSpPr/>
              <p:nvPr/>
            </p:nvSpPr>
            <p:spPr>
              <a:xfrm>
                <a:off x="4154727" y="5753704"/>
                <a:ext cx="2375066" cy="1583378"/>
              </a:xfrm>
              <a:custGeom>
                <a:avLst/>
                <a:gdLst/>
                <a:ahLst/>
                <a:cxnLst/>
                <a:rect l="l" t="t" r="r" b="b"/>
                <a:pathLst>
                  <a:path w="9326808" h="6217872">
                    <a:moveTo>
                      <a:pt x="0" y="0"/>
                    </a:moveTo>
                    <a:lnTo>
                      <a:pt x="9326808" y="0"/>
                    </a:lnTo>
                    <a:lnTo>
                      <a:pt x="9326808" y="6217872"/>
                    </a:lnTo>
                    <a:lnTo>
                      <a:pt x="0" y="6217872"/>
                    </a:lnTo>
                    <a:lnTo>
                      <a:pt x="0" y="0"/>
                    </a:lnTo>
                    <a:close/>
                  </a:path>
                </a:pathLst>
              </a:custGeom>
              <a:blipFill>
                <a:blip r:embed="rId4"/>
                <a:stretch>
                  <a:fillRect/>
                </a:stretch>
              </a:blipFill>
              <a:ln w="190500" cap="sq">
                <a:solidFill>
                  <a:srgbClr val="FAFAFA"/>
                </a:solidFill>
                <a:prstDash val="solid"/>
                <a:miter/>
              </a:ln>
            </p:spPr>
          </p:sp>
          <p:sp>
            <p:nvSpPr>
              <p:cNvPr id="14" name="Freeform 3">
                <a:extLst>
                  <a:ext uri="{FF2B5EF4-FFF2-40B4-BE49-F238E27FC236}">
                    <a16:creationId xmlns:a16="http://schemas.microsoft.com/office/drawing/2014/main" id="{DB9E66CE-D2D0-431A-AAA8-051081E3F6A7}"/>
                  </a:ext>
                </a:extLst>
              </p:cNvPr>
              <p:cNvSpPr/>
              <p:nvPr/>
            </p:nvSpPr>
            <p:spPr>
              <a:xfrm flipH="1">
                <a:off x="3192624" y="4199653"/>
                <a:ext cx="1924206" cy="2057399"/>
              </a:xfrm>
              <a:custGeom>
                <a:avLst/>
                <a:gdLst/>
                <a:ahLst/>
                <a:cxnLst/>
                <a:rect l="l" t="t" r="r" b="b"/>
                <a:pathLst>
                  <a:path w="12188871" h="8125914">
                    <a:moveTo>
                      <a:pt x="12188872" y="0"/>
                    </a:moveTo>
                    <a:lnTo>
                      <a:pt x="0" y="0"/>
                    </a:lnTo>
                    <a:lnTo>
                      <a:pt x="0" y="8125914"/>
                    </a:lnTo>
                    <a:lnTo>
                      <a:pt x="12188872" y="8125914"/>
                    </a:lnTo>
                    <a:lnTo>
                      <a:pt x="12188872" y="0"/>
                    </a:lnTo>
                    <a:close/>
                  </a:path>
                </a:pathLst>
              </a:custGeom>
              <a:blipFill>
                <a:blip r:embed="rId5"/>
                <a:stretch>
                  <a:fillRect l="-60383" r="-1"/>
                </a:stretch>
              </a:blipFill>
            </p:spPr>
          </p:sp>
          <p:sp>
            <p:nvSpPr>
              <p:cNvPr id="16" name="楕円 15">
                <a:extLst>
                  <a:ext uri="{FF2B5EF4-FFF2-40B4-BE49-F238E27FC236}">
                    <a16:creationId xmlns:a16="http://schemas.microsoft.com/office/drawing/2014/main" id="{25C98472-F513-4B91-9853-4087CFC660D2}"/>
                  </a:ext>
                </a:extLst>
              </p:cNvPr>
              <p:cNvSpPr/>
              <p:nvPr/>
            </p:nvSpPr>
            <p:spPr>
              <a:xfrm>
                <a:off x="2581932" y="3667339"/>
                <a:ext cx="4495800" cy="4495800"/>
              </a:xfrm>
              <a:prstGeom prst="ellipse">
                <a:avLst/>
              </a:prstGeom>
              <a:noFill/>
              <a:ln w="762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dirty="0"/>
              </a:p>
            </p:txBody>
          </p:sp>
        </p:grpSp>
        <p:pic>
          <p:nvPicPr>
            <p:cNvPr id="19" name="グラフィックス 18" descr="目 単色塗りつぶし">
              <a:extLst>
                <a:ext uri="{FF2B5EF4-FFF2-40B4-BE49-F238E27FC236}">
                  <a16:creationId xmlns:a16="http://schemas.microsoft.com/office/drawing/2014/main" id="{220359E7-CB1A-4ADF-9093-A9F3D4BECBB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772" y="5121058"/>
              <a:ext cx="1939279" cy="1939279"/>
            </a:xfrm>
            <a:prstGeom prst="rect">
              <a:avLst/>
            </a:prstGeom>
          </p:spPr>
        </p:pic>
        <p:sp>
          <p:nvSpPr>
            <p:cNvPr id="22" name="正方形/長方形 21">
              <a:extLst>
                <a:ext uri="{FF2B5EF4-FFF2-40B4-BE49-F238E27FC236}">
                  <a16:creationId xmlns:a16="http://schemas.microsoft.com/office/drawing/2014/main" id="{5FB83801-B4C3-4524-93CC-075E90EFA6AF}"/>
                </a:ext>
              </a:extLst>
            </p:cNvPr>
            <p:cNvSpPr/>
            <p:nvPr/>
          </p:nvSpPr>
          <p:spPr>
            <a:xfrm>
              <a:off x="330059" y="3164458"/>
              <a:ext cx="6677006" cy="5272871"/>
            </a:xfrm>
            <a:prstGeom prst="rect">
              <a:avLst/>
            </a:prstGeom>
            <a:noFill/>
            <a:ln w="76200" cap="flat" cmpd="sng" algn="ctr">
              <a:solidFill>
                <a:schemeClr val="accent6"/>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a:p>
          </p:txBody>
        </p:sp>
        <p:sp>
          <p:nvSpPr>
            <p:cNvPr id="28" name="二等辺三角形 27">
              <a:extLst>
                <a:ext uri="{FF2B5EF4-FFF2-40B4-BE49-F238E27FC236}">
                  <a16:creationId xmlns:a16="http://schemas.microsoft.com/office/drawing/2014/main" id="{00AF5777-3598-4A7E-BD5E-3AA0B927ED70}"/>
                </a:ext>
              </a:extLst>
            </p:cNvPr>
            <p:cNvSpPr/>
            <p:nvPr/>
          </p:nvSpPr>
          <p:spPr>
            <a:xfrm rot="16200000">
              <a:off x="1288874" y="5011899"/>
              <a:ext cx="2507399" cy="1939279"/>
            </a:xfrm>
            <a:prstGeom prst="triangle">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29" name="TextBox 4">
              <a:extLst>
                <a:ext uri="{FF2B5EF4-FFF2-40B4-BE49-F238E27FC236}">
                  <a16:creationId xmlns:a16="http://schemas.microsoft.com/office/drawing/2014/main" id="{470C674D-A485-45C5-B705-5386AD4A6B0A}"/>
                </a:ext>
              </a:extLst>
            </p:cNvPr>
            <p:cNvSpPr txBox="1"/>
            <p:nvPr/>
          </p:nvSpPr>
          <p:spPr>
            <a:xfrm>
              <a:off x="426463" y="3559607"/>
              <a:ext cx="7730552" cy="737555"/>
            </a:xfrm>
            <a:prstGeom prst="rect">
              <a:avLst/>
            </a:prstGeom>
          </p:spPr>
          <p:txBody>
            <a:bodyPr wrap="square" lIns="0" tIns="0" rIns="0" bIns="0" rtlCol="0" anchor="t">
              <a:spAutoFit/>
            </a:bodyPr>
            <a:lstStyle/>
            <a:p>
              <a:pPr marL="0" lvl="0" indent="0" algn="l">
                <a:lnSpc>
                  <a:spcPts val="4759"/>
                </a:lnSpc>
                <a:spcBef>
                  <a:spcPct val="0"/>
                </a:spcBef>
              </a:pPr>
              <a:r>
                <a:rPr lang="ja-JP" altLang="en-US" sz="5400" b="1" dirty="0">
                  <a:latin typeface="Carter One"/>
                  <a:ea typeface="Carter One"/>
                  <a:cs typeface="Carter One"/>
                  <a:sym typeface="Carter One"/>
                </a:rPr>
                <a:t>見る</a:t>
              </a:r>
              <a:r>
                <a:rPr lang="en-US" altLang="ja-JP" sz="6000" dirty="0">
                  <a:latin typeface="Carter One"/>
                  <a:ea typeface="Carter One"/>
                  <a:cs typeface="Carter One"/>
                  <a:sym typeface="Carter One"/>
                </a:rPr>
                <a:t>(</a:t>
              </a:r>
              <a:r>
                <a:rPr lang="ja-JP" altLang="en-US" sz="6000" b="1" u="none" strike="noStrike" dirty="0">
                  <a:latin typeface="Carter One"/>
                  <a:ea typeface="Carter One"/>
                  <a:cs typeface="Carter One"/>
                  <a:sym typeface="Carter One"/>
                </a:rPr>
                <a:t>ビジュアル</a:t>
              </a:r>
              <a:r>
                <a:rPr lang="en-US" altLang="ja-JP" sz="6000" u="none" strike="noStrike" dirty="0">
                  <a:latin typeface="Carter One"/>
                  <a:ea typeface="Carter One"/>
                  <a:cs typeface="Carter One"/>
                  <a:sym typeface="Carter One"/>
                </a:rPr>
                <a:t>)</a:t>
              </a:r>
              <a:endParaRPr lang="en-US" sz="6000" u="none" strike="noStrike" dirty="0">
                <a:latin typeface="Carter One"/>
                <a:ea typeface="Carter One"/>
                <a:cs typeface="Carter One"/>
                <a:sym typeface="Carter One"/>
              </a:endParaRPr>
            </a:p>
          </p:txBody>
        </p:sp>
      </p:grpSp>
      <p:sp>
        <p:nvSpPr>
          <p:cNvPr id="30" name="矢印: 右 29">
            <a:extLst>
              <a:ext uri="{FF2B5EF4-FFF2-40B4-BE49-F238E27FC236}">
                <a16:creationId xmlns:a16="http://schemas.microsoft.com/office/drawing/2014/main" id="{CABB7A8B-0FB3-4ED8-822B-5CC5CE8B0065}"/>
              </a:ext>
            </a:extLst>
          </p:cNvPr>
          <p:cNvSpPr/>
          <p:nvPr/>
        </p:nvSpPr>
        <p:spPr>
          <a:xfrm rot="20993153">
            <a:off x="7115608" y="3077206"/>
            <a:ext cx="2410245" cy="181256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19C577DA-7AAC-41C3-AB31-40600DF3621B}"/>
              </a:ext>
            </a:extLst>
          </p:cNvPr>
          <p:cNvGrpSpPr/>
          <p:nvPr/>
        </p:nvGrpSpPr>
        <p:grpSpPr>
          <a:xfrm>
            <a:off x="10452718" y="1638461"/>
            <a:ext cx="5758783" cy="3033847"/>
            <a:chOff x="8001000" y="3222611"/>
            <a:chExt cx="6019800" cy="4931959"/>
          </a:xfrm>
        </p:grpSpPr>
        <p:sp>
          <p:nvSpPr>
            <p:cNvPr id="35" name="正方形/長方形 34">
              <a:extLst>
                <a:ext uri="{FF2B5EF4-FFF2-40B4-BE49-F238E27FC236}">
                  <a16:creationId xmlns:a16="http://schemas.microsoft.com/office/drawing/2014/main" id="{1F731E14-B67C-4677-981F-BFF43BD65ECE}"/>
                </a:ext>
              </a:extLst>
            </p:cNvPr>
            <p:cNvSpPr/>
            <p:nvPr/>
          </p:nvSpPr>
          <p:spPr>
            <a:xfrm>
              <a:off x="8001000" y="3222611"/>
              <a:ext cx="6019800" cy="4931959"/>
            </a:xfrm>
            <a:prstGeom prst="rect">
              <a:avLst/>
            </a:prstGeom>
            <a:noFill/>
            <a:ln w="76200" cap="flat" cmpd="sng" algn="ctr">
              <a:solidFill>
                <a:schemeClr val="accent6"/>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a:p>
          </p:txBody>
        </p:sp>
        <p:sp>
          <p:nvSpPr>
            <p:cNvPr id="37" name="TextBox 4">
              <a:extLst>
                <a:ext uri="{FF2B5EF4-FFF2-40B4-BE49-F238E27FC236}">
                  <a16:creationId xmlns:a16="http://schemas.microsoft.com/office/drawing/2014/main" id="{FACEAF72-3F45-4C21-AA3F-E1F6AC3A84F3}"/>
                </a:ext>
              </a:extLst>
            </p:cNvPr>
            <p:cNvSpPr txBox="1"/>
            <p:nvPr/>
          </p:nvSpPr>
          <p:spPr>
            <a:xfrm>
              <a:off x="8305693" y="4467821"/>
              <a:ext cx="5480915" cy="3627432"/>
            </a:xfrm>
            <a:prstGeom prst="rect">
              <a:avLst/>
            </a:prstGeom>
          </p:spPr>
          <p:txBody>
            <a:bodyPr wrap="square" lIns="0" tIns="0" rIns="0" bIns="0" rtlCol="0" anchor="t">
              <a:spAutoFit/>
            </a:bodyPr>
            <a:lstStyle/>
            <a:p>
              <a:pPr>
                <a:lnSpc>
                  <a:spcPts val="4759"/>
                </a:lnSpc>
                <a:spcBef>
                  <a:spcPct val="0"/>
                </a:spcBef>
              </a:pPr>
              <a:r>
                <a:rPr lang="ja-JP" altLang="en-US" sz="6000" b="1" u="none" strike="noStrike" dirty="0">
                  <a:solidFill>
                    <a:srgbClr val="000000"/>
                  </a:solidFill>
                  <a:latin typeface="Courier Prime"/>
                  <a:ea typeface="Courier Prime"/>
                  <a:cs typeface="Courier Prime"/>
                  <a:sym typeface="Courier Prime"/>
                </a:rPr>
                <a:t>知的好奇心・</a:t>
              </a:r>
              <a:endParaRPr lang="en-US" altLang="ja-JP" sz="6000" b="1" u="none" strike="noStrike" dirty="0">
                <a:solidFill>
                  <a:srgbClr val="000000"/>
                </a:solidFill>
                <a:latin typeface="Courier Prime"/>
                <a:ea typeface="Courier Prime"/>
                <a:cs typeface="Courier Prime"/>
                <a:sym typeface="Courier Prime"/>
              </a:endParaRPr>
            </a:p>
            <a:p>
              <a:pPr>
                <a:spcBef>
                  <a:spcPct val="0"/>
                </a:spcBef>
              </a:pPr>
              <a:r>
                <a:rPr lang="ja-JP" altLang="en-US" sz="6000" b="1" u="none" strike="noStrike" dirty="0">
                  <a:solidFill>
                    <a:srgbClr val="000000"/>
                  </a:solidFill>
                  <a:latin typeface="Courier Prime"/>
                  <a:ea typeface="Courier Prime"/>
                  <a:cs typeface="Courier Prime"/>
                  <a:sym typeface="Courier Prime"/>
                </a:rPr>
                <a:t>恐怖心</a:t>
              </a:r>
              <a:r>
                <a:rPr lang="ja-JP" altLang="en-US" sz="6000" b="1" dirty="0">
                  <a:solidFill>
                    <a:srgbClr val="000000"/>
                  </a:solidFill>
                  <a:latin typeface="Courier Prime"/>
                  <a:ea typeface="Courier Prime"/>
                  <a:cs typeface="Courier Prime"/>
                  <a:sym typeface="Courier Prime"/>
                </a:rPr>
                <a:t>を得る</a:t>
              </a:r>
              <a:endParaRPr lang="en-US" altLang="ja-JP" sz="6000" b="1" u="none" strike="noStrike" dirty="0">
                <a:solidFill>
                  <a:srgbClr val="000000"/>
                </a:solidFill>
                <a:latin typeface="Courier Prime"/>
                <a:ea typeface="Courier Prime"/>
                <a:cs typeface="Courier Prime"/>
                <a:sym typeface="Courier Prime"/>
              </a:endParaRPr>
            </a:p>
            <a:p>
              <a:pPr marL="0" lvl="0" indent="0" algn="l">
                <a:lnSpc>
                  <a:spcPts val="4759"/>
                </a:lnSpc>
                <a:spcBef>
                  <a:spcPct val="0"/>
                </a:spcBef>
              </a:pPr>
              <a:endParaRPr lang="en-US" sz="6000" b="1" u="none" strike="noStrike" dirty="0">
                <a:latin typeface="Carter One"/>
                <a:ea typeface="Carter One"/>
                <a:cs typeface="Carter One"/>
                <a:sym typeface="Carter One"/>
              </a:endParaRPr>
            </a:p>
          </p:txBody>
        </p:sp>
      </p:grpSp>
      <p:sp>
        <p:nvSpPr>
          <p:cNvPr id="43" name="矢印: 右 42">
            <a:extLst>
              <a:ext uri="{FF2B5EF4-FFF2-40B4-BE49-F238E27FC236}">
                <a16:creationId xmlns:a16="http://schemas.microsoft.com/office/drawing/2014/main" id="{9391A902-E667-4ED8-93DC-5CBC3127A842}"/>
              </a:ext>
            </a:extLst>
          </p:cNvPr>
          <p:cNvSpPr/>
          <p:nvPr/>
        </p:nvSpPr>
        <p:spPr>
          <a:xfrm rot="5400000">
            <a:off x="12260221" y="4883847"/>
            <a:ext cx="1807335" cy="181256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44" name="グループ化 43">
            <a:extLst>
              <a:ext uri="{FF2B5EF4-FFF2-40B4-BE49-F238E27FC236}">
                <a16:creationId xmlns:a16="http://schemas.microsoft.com/office/drawing/2014/main" id="{C7D18F0F-D683-44D9-84B6-173B4657EA65}"/>
              </a:ext>
            </a:extLst>
          </p:cNvPr>
          <p:cNvGrpSpPr/>
          <p:nvPr/>
        </p:nvGrpSpPr>
        <p:grpSpPr>
          <a:xfrm>
            <a:off x="10452717" y="6894335"/>
            <a:ext cx="5758783" cy="3033846"/>
            <a:chOff x="8001000" y="3222611"/>
            <a:chExt cx="6019800" cy="4931959"/>
          </a:xfrm>
        </p:grpSpPr>
        <p:sp>
          <p:nvSpPr>
            <p:cNvPr id="45" name="正方形/長方形 44">
              <a:extLst>
                <a:ext uri="{FF2B5EF4-FFF2-40B4-BE49-F238E27FC236}">
                  <a16:creationId xmlns:a16="http://schemas.microsoft.com/office/drawing/2014/main" id="{1F840AC1-67F5-4DD0-B149-7C32C01D5D82}"/>
                </a:ext>
              </a:extLst>
            </p:cNvPr>
            <p:cNvSpPr/>
            <p:nvPr/>
          </p:nvSpPr>
          <p:spPr>
            <a:xfrm>
              <a:off x="8001000" y="3222611"/>
              <a:ext cx="6019800" cy="4931959"/>
            </a:xfrm>
            <a:prstGeom prst="rect">
              <a:avLst/>
            </a:prstGeom>
            <a:noFill/>
            <a:ln w="76200" cap="flat" cmpd="sng" algn="ctr">
              <a:solidFill>
                <a:schemeClr val="accent6"/>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kumimoji="1" lang="ja-JP" altLang="en-US"/>
            </a:p>
          </p:txBody>
        </p:sp>
        <p:sp>
          <p:nvSpPr>
            <p:cNvPr id="46" name="TextBox 4">
              <a:extLst>
                <a:ext uri="{FF2B5EF4-FFF2-40B4-BE49-F238E27FC236}">
                  <a16:creationId xmlns:a16="http://schemas.microsoft.com/office/drawing/2014/main" id="{083CEA46-0376-4F36-8956-960459E4FAC0}"/>
                </a:ext>
              </a:extLst>
            </p:cNvPr>
            <p:cNvSpPr txBox="1"/>
            <p:nvPr/>
          </p:nvSpPr>
          <p:spPr>
            <a:xfrm>
              <a:off x="8420100" y="4788108"/>
              <a:ext cx="5181600" cy="2126426"/>
            </a:xfrm>
            <a:prstGeom prst="rect">
              <a:avLst/>
            </a:prstGeom>
          </p:spPr>
          <p:txBody>
            <a:bodyPr wrap="square" lIns="0" tIns="0" rIns="0" bIns="0" rtlCol="0" anchor="t">
              <a:spAutoFit/>
            </a:bodyPr>
            <a:lstStyle/>
            <a:p>
              <a:pPr>
                <a:lnSpc>
                  <a:spcPts val="4759"/>
                </a:lnSpc>
                <a:spcBef>
                  <a:spcPct val="0"/>
                </a:spcBef>
              </a:pPr>
              <a:endParaRPr lang="en-US" altLang="ja-JP" sz="3600" b="1" u="none" strike="noStrike" dirty="0">
                <a:solidFill>
                  <a:srgbClr val="000000"/>
                </a:solidFill>
                <a:latin typeface="Courier Prime"/>
                <a:ea typeface="Courier Prime"/>
                <a:cs typeface="Courier Prime"/>
                <a:sym typeface="Courier Prime"/>
              </a:endParaRPr>
            </a:p>
            <a:p>
              <a:pPr marL="0" lvl="0" indent="0" algn="l">
                <a:lnSpc>
                  <a:spcPts val="4759"/>
                </a:lnSpc>
                <a:spcBef>
                  <a:spcPct val="0"/>
                </a:spcBef>
              </a:pPr>
              <a:endParaRPr lang="en-US" sz="6000" b="1" u="none" strike="noStrike" dirty="0">
                <a:latin typeface="Carter One"/>
                <a:ea typeface="Carter One"/>
                <a:cs typeface="Carter One"/>
                <a:sym typeface="Carter One"/>
              </a:endParaRPr>
            </a:p>
          </p:txBody>
        </p:sp>
      </p:grpSp>
      <p:sp>
        <p:nvSpPr>
          <p:cNvPr id="47" name="矢印: 右 46">
            <a:extLst>
              <a:ext uri="{FF2B5EF4-FFF2-40B4-BE49-F238E27FC236}">
                <a16:creationId xmlns:a16="http://schemas.microsoft.com/office/drawing/2014/main" id="{2F6D3412-BACA-4E3A-95E4-A0AB921E955E}"/>
              </a:ext>
            </a:extLst>
          </p:cNvPr>
          <p:cNvSpPr/>
          <p:nvPr/>
        </p:nvSpPr>
        <p:spPr>
          <a:xfrm rot="12644532">
            <a:off x="6864081" y="6803478"/>
            <a:ext cx="2687256" cy="181256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8" name="TextBox 4">
            <a:extLst>
              <a:ext uri="{FF2B5EF4-FFF2-40B4-BE49-F238E27FC236}">
                <a16:creationId xmlns:a16="http://schemas.microsoft.com/office/drawing/2014/main" id="{A2CA0293-1E6E-45C4-901C-A7285C65FEE5}"/>
              </a:ext>
            </a:extLst>
          </p:cNvPr>
          <p:cNvSpPr txBox="1"/>
          <p:nvPr/>
        </p:nvSpPr>
        <p:spPr>
          <a:xfrm>
            <a:off x="10965049" y="7407291"/>
            <a:ext cx="4801565" cy="2846933"/>
          </a:xfrm>
          <a:prstGeom prst="rect">
            <a:avLst/>
          </a:prstGeom>
        </p:spPr>
        <p:txBody>
          <a:bodyPr wrap="square" lIns="0" tIns="0" rIns="0" bIns="0" rtlCol="0" anchor="t">
            <a:spAutoFit/>
          </a:bodyPr>
          <a:lstStyle/>
          <a:p>
            <a:pPr>
              <a:lnSpc>
                <a:spcPts val="4759"/>
              </a:lnSpc>
              <a:spcBef>
                <a:spcPct val="0"/>
              </a:spcBef>
            </a:pPr>
            <a:r>
              <a:rPr lang="ja-JP" altLang="en-US" sz="3600" b="1" dirty="0">
                <a:solidFill>
                  <a:srgbClr val="000000"/>
                </a:solidFill>
                <a:latin typeface="Courier Prime"/>
                <a:ea typeface="Courier Prime"/>
                <a:cs typeface="Courier Prime"/>
                <a:sym typeface="Courier Prime"/>
              </a:rPr>
              <a:t>宇宙人が題材の作品が作られる</a:t>
            </a:r>
            <a:endParaRPr lang="en-US" altLang="ja-JP" sz="3600" b="1" dirty="0">
              <a:solidFill>
                <a:srgbClr val="000000"/>
              </a:solidFill>
              <a:latin typeface="Courier Prime"/>
              <a:ea typeface="Courier Prime"/>
              <a:cs typeface="Courier Prime"/>
              <a:sym typeface="Courier Prime"/>
            </a:endParaRPr>
          </a:p>
          <a:p>
            <a:pPr>
              <a:spcBef>
                <a:spcPct val="0"/>
              </a:spcBef>
            </a:pPr>
            <a:r>
              <a:rPr lang="ja-JP" altLang="en-US" sz="6000" b="1" u="none" strike="noStrike" dirty="0">
                <a:solidFill>
                  <a:srgbClr val="000000"/>
                </a:solidFill>
                <a:latin typeface="Courier Prime"/>
                <a:ea typeface="Courier Prime"/>
                <a:cs typeface="Courier Prime"/>
                <a:sym typeface="Courier Prime"/>
              </a:rPr>
              <a:t>→身近になる</a:t>
            </a:r>
            <a:endParaRPr lang="en-US" altLang="ja-JP" sz="6000" b="1" u="none" strike="noStrike" dirty="0">
              <a:solidFill>
                <a:srgbClr val="000000"/>
              </a:solidFill>
              <a:latin typeface="Courier Prime"/>
              <a:ea typeface="Courier Prime"/>
              <a:cs typeface="Courier Prime"/>
              <a:sym typeface="Courier Prime"/>
            </a:endParaRPr>
          </a:p>
          <a:p>
            <a:pPr marL="0" lvl="0" indent="0" algn="l">
              <a:lnSpc>
                <a:spcPts val="4759"/>
              </a:lnSpc>
              <a:spcBef>
                <a:spcPct val="0"/>
              </a:spcBef>
            </a:pPr>
            <a:endParaRPr lang="en-US" sz="6000" b="1" u="none" strike="noStrike" dirty="0">
              <a:latin typeface="Carter One"/>
              <a:ea typeface="Carter One"/>
              <a:cs typeface="Carter One"/>
              <a:sym typeface="Carter One"/>
            </a:endParaRPr>
          </a:p>
        </p:txBody>
      </p:sp>
    </p:spTree>
    <p:extLst>
      <p:ext uri="{BB962C8B-B14F-4D97-AF65-F5344CB8AC3E}">
        <p14:creationId xmlns:p14="http://schemas.microsoft.com/office/powerpoint/2010/main" val="2734688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16565" y="-59891"/>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a:p>
        </p:txBody>
      </p:sp>
      <p:sp>
        <p:nvSpPr>
          <p:cNvPr id="4" name="TextBox 4"/>
          <p:cNvSpPr txBox="1"/>
          <p:nvPr/>
        </p:nvSpPr>
        <p:spPr>
          <a:xfrm>
            <a:off x="1028700" y="962025"/>
            <a:ext cx="6025009" cy="765979"/>
          </a:xfrm>
          <a:prstGeom prst="rect">
            <a:avLst/>
          </a:prstGeom>
        </p:spPr>
        <p:txBody>
          <a:bodyPr lIns="0" tIns="0" rIns="0" bIns="0" rtlCol="0" anchor="t">
            <a:spAutoFit/>
          </a:bodyPr>
          <a:lstStyle/>
          <a:p>
            <a:pPr marL="0" lvl="0" indent="0" algn="l">
              <a:lnSpc>
                <a:spcPts val="4759"/>
              </a:lnSpc>
              <a:spcBef>
                <a:spcPct val="0"/>
              </a:spcBef>
            </a:pPr>
            <a:r>
              <a:rPr lang="ja-JP" altLang="en-US" sz="8000" b="1" u="none" strike="noStrike" dirty="0">
                <a:solidFill>
                  <a:srgbClr val="D15D5A"/>
                </a:solidFill>
                <a:latin typeface="Carter One"/>
                <a:ea typeface="Carter One"/>
                <a:cs typeface="Carter One"/>
                <a:sym typeface="Carter One"/>
              </a:rPr>
              <a:t>ニーズ</a:t>
            </a:r>
            <a:endParaRPr lang="en-US" sz="8000" b="1" u="none" strike="noStrike" dirty="0">
              <a:solidFill>
                <a:srgbClr val="D15D5A"/>
              </a:solidFill>
              <a:latin typeface="Carter One"/>
              <a:ea typeface="Carter One"/>
              <a:cs typeface="Carter One"/>
              <a:sym typeface="Carter One"/>
            </a:endParaRPr>
          </a:p>
        </p:txBody>
      </p:sp>
      <p:sp>
        <p:nvSpPr>
          <p:cNvPr id="11" name="TextBox 7">
            <a:extLst>
              <a:ext uri="{FF2B5EF4-FFF2-40B4-BE49-F238E27FC236}">
                <a16:creationId xmlns:a16="http://schemas.microsoft.com/office/drawing/2014/main" id="{9972AA64-74D9-4BDE-8AD5-F59E98520D27}"/>
              </a:ext>
            </a:extLst>
          </p:cNvPr>
          <p:cNvSpPr txBox="1"/>
          <p:nvPr/>
        </p:nvSpPr>
        <p:spPr>
          <a:xfrm>
            <a:off x="1447800" y="2715694"/>
            <a:ext cx="16306800" cy="677108"/>
          </a:xfrm>
          <a:prstGeom prst="rect">
            <a:avLst/>
          </a:prstGeom>
        </p:spPr>
        <p:txBody>
          <a:bodyPr wrap="square" lIns="0" tIns="0" rIns="0" bIns="0" rtlCol="0" anchor="t">
            <a:spAutoFit/>
          </a:bodyPr>
          <a:lstStyle/>
          <a:p>
            <a:pPr marL="0" lvl="0" indent="0" algn="l">
              <a:spcBef>
                <a:spcPct val="0"/>
              </a:spcBef>
            </a:pPr>
            <a:r>
              <a:rPr lang="ja-JP" altLang="en-US" sz="4400" dirty="0">
                <a:solidFill>
                  <a:srgbClr val="FF0000"/>
                </a:solidFill>
                <a:latin typeface="Courier Prime"/>
                <a:ea typeface="Courier Prime"/>
                <a:cs typeface="Courier Prime"/>
                <a:sym typeface="Courier Prime"/>
              </a:rPr>
              <a:t>宇宙人らしいビジュアル、宇宙人らしい行動を見たい、感じたい</a:t>
            </a:r>
            <a:endParaRPr lang="en-US" sz="4400" dirty="0">
              <a:solidFill>
                <a:srgbClr val="FF0000"/>
              </a:solidFill>
              <a:latin typeface="Courier Prime"/>
              <a:ea typeface="Courier Prime"/>
              <a:cs typeface="Courier Prime"/>
              <a:sym typeface="Courier Prime"/>
            </a:endParaRPr>
          </a:p>
        </p:txBody>
      </p:sp>
      <p:sp>
        <p:nvSpPr>
          <p:cNvPr id="12" name="TextBox 7">
            <a:extLst>
              <a:ext uri="{FF2B5EF4-FFF2-40B4-BE49-F238E27FC236}">
                <a16:creationId xmlns:a16="http://schemas.microsoft.com/office/drawing/2014/main" id="{29518C71-8073-4071-8CF3-A9F402206A38}"/>
              </a:ext>
            </a:extLst>
          </p:cNvPr>
          <p:cNvSpPr txBox="1"/>
          <p:nvPr/>
        </p:nvSpPr>
        <p:spPr>
          <a:xfrm>
            <a:off x="1447412" y="3660211"/>
            <a:ext cx="13525500" cy="527067"/>
          </a:xfrm>
          <a:prstGeom prst="rect">
            <a:avLst/>
          </a:prstGeom>
        </p:spPr>
        <p:txBody>
          <a:bodyPr wrap="square" lIns="0" tIns="0" rIns="0" bIns="0" rtlCol="0" anchor="t">
            <a:spAutoFit/>
          </a:bodyPr>
          <a:lstStyle/>
          <a:p>
            <a:pPr marL="0" lvl="0" indent="0" algn="l">
              <a:lnSpc>
                <a:spcPts val="4160"/>
              </a:lnSpc>
              <a:spcBef>
                <a:spcPct val="0"/>
              </a:spcBef>
            </a:pPr>
            <a:r>
              <a:rPr lang="ja-JP" altLang="en-US" sz="3200" b="1" dirty="0">
                <a:latin typeface="Courier Prime"/>
                <a:ea typeface="Courier Prime"/>
                <a:cs typeface="Courier Prime"/>
                <a:sym typeface="Courier Prime"/>
              </a:rPr>
              <a:t>今までは見る事が多かった</a:t>
            </a:r>
            <a:endParaRPr lang="en-US" altLang="ja-JP" sz="3200" b="1" dirty="0">
              <a:latin typeface="Courier Prime"/>
              <a:ea typeface="Courier Prime"/>
              <a:cs typeface="Courier Prime"/>
              <a:sym typeface="Courier Prime"/>
            </a:endParaRPr>
          </a:p>
        </p:txBody>
      </p:sp>
      <p:sp>
        <p:nvSpPr>
          <p:cNvPr id="13" name="TextBox 7">
            <a:extLst>
              <a:ext uri="{FF2B5EF4-FFF2-40B4-BE49-F238E27FC236}">
                <a16:creationId xmlns:a16="http://schemas.microsoft.com/office/drawing/2014/main" id="{21132C17-57D0-4052-8406-19C0ED9698AC}"/>
              </a:ext>
            </a:extLst>
          </p:cNvPr>
          <p:cNvSpPr txBox="1"/>
          <p:nvPr/>
        </p:nvSpPr>
        <p:spPr>
          <a:xfrm>
            <a:off x="1457739" y="6954143"/>
            <a:ext cx="15435719" cy="1846659"/>
          </a:xfrm>
          <a:prstGeom prst="rect">
            <a:avLst/>
          </a:prstGeom>
        </p:spPr>
        <p:txBody>
          <a:bodyPr wrap="square" lIns="0" tIns="0" rIns="0" bIns="0" rtlCol="0" anchor="t">
            <a:spAutoFit/>
          </a:bodyPr>
          <a:lstStyle/>
          <a:p>
            <a:pPr marL="0" lvl="0" indent="0" algn="l">
              <a:spcBef>
                <a:spcPct val="0"/>
              </a:spcBef>
            </a:pPr>
            <a:r>
              <a:rPr lang="ja-JP" altLang="en-US" sz="6000" b="1" dirty="0">
                <a:solidFill>
                  <a:srgbClr val="FF0000"/>
                </a:solidFill>
                <a:latin typeface="Courier Prime"/>
                <a:ea typeface="Courier Prime"/>
                <a:cs typeface="Courier Prime"/>
                <a:sym typeface="Courier Prime"/>
              </a:rPr>
              <a:t>自分で体験</a:t>
            </a:r>
            <a:r>
              <a:rPr lang="en-US" altLang="ja-JP" sz="6000" b="1" dirty="0">
                <a:solidFill>
                  <a:srgbClr val="FF0000"/>
                </a:solidFill>
                <a:latin typeface="Courier Prime"/>
                <a:ea typeface="Courier Prime"/>
                <a:cs typeface="Courier Prime"/>
                <a:sym typeface="Courier Prime"/>
              </a:rPr>
              <a:t>(</a:t>
            </a:r>
            <a:r>
              <a:rPr lang="ja-JP" altLang="en-US" sz="6000" b="1" dirty="0">
                <a:solidFill>
                  <a:srgbClr val="FF0000"/>
                </a:solidFill>
                <a:latin typeface="Courier Prime"/>
                <a:ea typeface="Courier Prime"/>
                <a:cs typeface="Courier Prime"/>
                <a:sym typeface="Courier Prime"/>
              </a:rPr>
              <a:t>プレイ</a:t>
            </a:r>
            <a:r>
              <a:rPr lang="en-US" altLang="ja-JP" sz="6000" b="1" dirty="0">
                <a:solidFill>
                  <a:srgbClr val="FF0000"/>
                </a:solidFill>
                <a:latin typeface="Courier Prime"/>
                <a:ea typeface="Courier Prime"/>
                <a:cs typeface="Courier Prime"/>
                <a:sym typeface="Courier Prime"/>
              </a:rPr>
              <a:t>)</a:t>
            </a:r>
            <a:r>
              <a:rPr lang="ja-JP" altLang="en-US" sz="6000" b="1" dirty="0">
                <a:solidFill>
                  <a:srgbClr val="FF0000"/>
                </a:solidFill>
                <a:latin typeface="Courier Prime"/>
                <a:ea typeface="Courier Prime"/>
                <a:cs typeface="Courier Prime"/>
                <a:sym typeface="Courier Prime"/>
              </a:rPr>
              <a:t>することによって、宇宙人らしさを感じさせる</a:t>
            </a:r>
            <a:endParaRPr lang="en-US" sz="6000" b="1" dirty="0">
              <a:solidFill>
                <a:srgbClr val="FF0000"/>
              </a:solidFill>
              <a:latin typeface="Courier Prime"/>
              <a:ea typeface="Courier Prime"/>
              <a:cs typeface="Courier Prime"/>
              <a:sym typeface="Courier Prime"/>
            </a:endParaRPr>
          </a:p>
        </p:txBody>
      </p:sp>
      <p:sp>
        <p:nvSpPr>
          <p:cNvPr id="8" name="矢印: 右 7">
            <a:extLst>
              <a:ext uri="{FF2B5EF4-FFF2-40B4-BE49-F238E27FC236}">
                <a16:creationId xmlns:a16="http://schemas.microsoft.com/office/drawing/2014/main" id="{6E730219-782F-474B-96EB-192628188133}"/>
              </a:ext>
            </a:extLst>
          </p:cNvPr>
          <p:cNvSpPr/>
          <p:nvPr/>
        </p:nvSpPr>
        <p:spPr>
          <a:xfrm rot="5400000">
            <a:off x="4879260" y="4784022"/>
            <a:ext cx="1823880" cy="13716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807173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0"/>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a:p>
        </p:txBody>
      </p:sp>
      <p:sp>
        <p:nvSpPr>
          <p:cNvPr id="4" name="TextBox 4"/>
          <p:cNvSpPr txBox="1"/>
          <p:nvPr/>
        </p:nvSpPr>
        <p:spPr>
          <a:xfrm>
            <a:off x="1028700" y="962025"/>
            <a:ext cx="6633222"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u="none" strike="noStrike" dirty="0">
                <a:solidFill>
                  <a:srgbClr val="D15D5A"/>
                </a:solidFill>
                <a:latin typeface="Carter One"/>
                <a:ea typeface="Carter One"/>
                <a:cs typeface="Carter One"/>
                <a:sym typeface="Carter One"/>
              </a:rPr>
              <a:t>ターゲット</a:t>
            </a:r>
            <a:endParaRPr lang="en-US" sz="8000" b="1" u="none" strike="noStrike" dirty="0">
              <a:solidFill>
                <a:srgbClr val="D15D5A"/>
              </a:solidFill>
              <a:latin typeface="Carter One"/>
              <a:ea typeface="Carter One"/>
              <a:cs typeface="Carter One"/>
              <a:sym typeface="Carter One"/>
            </a:endParaRPr>
          </a:p>
        </p:txBody>
      </p:sp>
      <p:sp>
        <p:nvSpPr>
          <p:cNvPr id="6" name="TextBox 7">
            <a:extLst>
              <a:ext uri="{FF2B5EF4-FFF2-40B4-BE49-F238E27FC236}">
                <a16:creationId xmlns:a16="http://schemas.microsoft.com/office/drawing/2014/main" id="{022FC7CC-A611-44FB-8087-85D99136C0E5}"/>
              </a:ext>
            </a:extLst>
          </p:cNvPr>
          <p:cNvSpPr txBox="1"/>
          <p:nvPr/>
        </p:nvSpPr>
        <p:spPr>
          <a:xfrm>
            <a:off x="1028700" y="2826723"/>
            <a:ext cx="17259300" cy="3943387"/>
          </a:xfrm>
          <a:prstGeom prst="rect">
            <a:avLst/>
          </a:prstGeom>
        </p:spPr>
        <p:txBody>
          <a:bodyPr wrap="square" lIns="0" tIns="0" rIns="0" bIns="0" rtlCol="0" anchor="t">
            <a:spAutoFit/>
          </a:bodyPr>
          <a:lstStyle/>
          <a:p>
            <a:pPr marL="0" lvl="0" indent="0" algn="l">
              <a:lnSpc>
                <a:spcPts val="4160"/>
              </a:lnSpc>
              <a:spcBef>
                <a:spcPct val="0"/>
              </a:spcBef>
            </a:pPr>
            <a:r>
              <a:rPr lang="ja-JP" altLang="en-US" sz="4400" dirty="0">
                <a:solidFill>
                  <a:srgbClr val="000000"/>
                </a:solidFill>
                <a:latin typeface="Courier Prime"/>
                <a:ea typeface="Courier Prime"/>
                <a:cs typeface="Courier Prime"/>
                <a:sym typeface="Courier Prime"/>
              </a:rPr>
              <a:t>映画館での映画鑑賞を月に一日以上する人のうち（約</a:t>
            </a:r>
            <a:r>
              <a:rPr lang="en-US" altLang="ja-JP" sz="4400" dirty="0">
                <a:solidFill>
                  <a:srgbClr val="000000"/>
                </a:solidFill>
                <a:latin typeface="Courier Prime"/>
                <a:ea typeface="Courier Prime"/>
                <a:cs typeface="Courier Prime"/>
                <a:sym typeface="Courier Prime"/>
              </a:rPr>
              <a:t>600</a:t>
            </a:r>
            <a:r>
              <a:rPr lang="ja-JP" altLang="en-US" sz="4400" dirty="0">
                <a:solidFill>
                  <a:srgbClr val="000000"/>
                </a:solidFill>
                <a:latin typeface="Courier Prime"/>
                <a:ea typeface="Courier Prime"/>
                <a:cs typeface="Courier Prime"/>
                <a:sym typeface="Courier Prime"/>
              </a:rPr>
              <a:t>万人</a:t>
            </a:r>
            <a:r>
              <a:rPr lang="en-US" altLang="ja-JP" sz="4400" dirty="0">
                <a:solidFill>
                  <a:srgbClr val="000000"/>
                </a:solidFill>
                <a:latin typeface="Courier Prime"/>
                <a:ea typeface="Courier Prime"/>
                <a:cs typeface="Courier Prime"/>
                <a:sym typeface="Courier Prime"/>
              </a:rPr>
              <a:t>)</a:t>
            </a:r>
            <a:r>
              <a:rPr lang="en-US" altLang="ja-JP" sz="3600" baseline="30000" dirty="0">
                <a:latin typeface="メイリオ" panose="020B0604030504040204" pitchFamily="50" charset="-128"/>
                <a:ea typeface="メイリオ" panose="020B0604030504040204" pitchFamily="50" charset="-128"/>
              </a:rPr>
              <a:t>※1</a:t>
            </a:r>
            <a:endParaRPr lang="en-US" altLang="ja-JP" sz="3600" baseline="30000" dirty="0">
              <a:solidFill>
                <a:srgbClr val="000000"/>
              </a:solidFill>
              <a:latin typeface="メイリオ" panose="020B0604030504040204" pitchFamily="50" charset="-128"/>
              <a:ea typeface="メイリオ" panose="020B0604030504040204" pitchFamily="50" charset="-128"/>
              <a:cs typeface="Courier Prime"/>
              <a:sym typeface="Courier Prime"/>
            </a:endParaRPr>
          </a:p>
          <a:p>
            <a:pPr>
              <a:lnSpc>
                <a:spcPts val="4160"/>
              </a:lnSpc>
              <a:spcBef>
                <a:spcPct val="0"/>
              </a:spcBef>
            </a:pPr>
            <a:r>
              <a:rPr lang="ja-JP" altLang="en-US" sz="4400" dirty="0">
                <a:solidFill>
                  <a:srgbClr val="000000"/>
                </a:solidFill>
                <a:latin typeface="Courier Prime"/>
                <a:ea typeface="Courier Prime"/>
                <a:cs typeface="Courier Prime"/>
                <a:sym typeface="Courier Prime"/>
              </a:rPr>
              <a:t>そのうち</a:t>
            </a:r>
            <a:r>
              <a:rPr lang="en-US" altLang="ja-JP" sz="4400" dirty="0">
                <a:solidFill>
                  <a:srgbClr val="000000"/>
                </a:solidFill>
                <a:latin typeface="Courier Prime"/>
                <a:ea typeface="Courier Prime"/>
                <a:cs typeface="Courier Prime"/>
                <a:sym typeface="Courier Prime"/>
              </a:rPr>
              <a:t>SF</a:t>
            </a:r>
            <a:r>
              <a:rPr lang="ja-JP" altLang="en-US" sz="4400" dirty="0">
                <a:solidFill>
                  <a:srgbClr val="000000"/>
                </a:solidFill>
                <a:latin typeface="Courier Prime"/>
                <a:ea typeface="Courier Prime"/>
                <a:cs typeface="Courier Prime"/>
                <a:sym typeface="Courier Prime"/>
              </a:rPr>
              <a:t>映画が好きな人</a:t>
            </a:r>
            <a:r>
              <a:rPr lang="en-US" altLang="ja-JP" sz="4400" dirty="0">
                <a:solidFill>
                  <a:srgbClr val="000000"/>
                </a:solidFill>
                <a:latin typeface="Courier Prime"/>
                <a:ea typeface="Courier Prime"/>
                <a:cs typeface="Courier Prime"/>
                <a:sym typeface="Courier Prime"/>
              </a:rPr>
              <a:t>(7%)</a:t>
            </a:r>
            <a:r>
              <a:rPr lang="en-US" altLang="ja-JP" sz="3600" baseline="30000" dirty="0">
                <a:latin typeface="メイリオ" panose="020B0604030504040204" pitchFamily="50" charset="-128"/>
                <a:ea typeface="メイリオ" panose="020B0604030504040204" pitchFamily="50" charset="-128"/>
              </a:rPr>
              <a:t>※2</a:t>
            </a:r>
            <a:r>
              <a:rPr lang="ja-JP" altLang="en-US" sz="4400" dirty="0">
                <a:solidFill>
                  <a:srgbClr val="000000"/>
                </a:solidFill>
                <a:latin typeface="Courier Prime"/>
                <a:ea typeface="Courier Prime"/>
                <a:cs typeface="Courier Prime"/>
                <a:sym typeface="Courier Prime"/>
              </a:rPr>
              <a:t>で</a:t>
            </a:r>
            <a:endParaRPr lang="en-US" altLang="ja-JP" sz="4400" dirty="0">
              <a:solidFill>
                <a:srgbClr val="000000"/>
              </a:solidFill>
              <a:latin typeface="Courier Prime"/>
              <a:ea typeface="Courier Prime"/>
              <a:cs typeface="Courier Prime"/>
              <a:sym typeface="Courier Prime"/>
            </a:endParaRPr>
          </a:p>
          <a:p>
            <a:pPr marL="0" lvl="0" indent="0" algn="l">
              <a:lnSpc>
                <a:spcPts val="4160"/>
              </a:lnSpc>
              <a:spcBef>
                <a:spcPct val="0"/>
              </a:spcBef>
            </a:pPr>
            <a:r>
              <a:rPr lang="ja-JP" altLang="en-US" sz="4400" dirty="0">
                <a:solidFill>
                  <a:srgbClr val="000000"/>
                </a:solidFill>
                <a:latin typeface="Courier Prime"/>
                <a:ea typeface="Courier Prime"/>
                <a:cs typeface="Courier Prime"/>
                <a:sym typeface="Courier Prime"/>
              </a:rPr>
              <a:t>宇宙人に関心がある人</a:t>
            </a:r>
            <a:r>
              <a:rPr lang="en-US" altLang="ja-JP" sz="4400" dirty="0">
                <a:solidFill>
                  <a:srgbClr val="000000"/>
                </a:solidFill>
                <a:latin typeface="Courier Prime"/>
                <a:ea typeface="Courier Prime"/>
                <a:cs typeface="Courier Prime"/>
                <a:sym typeface="Courier Prime"/>
              </a:rPr>
              <a:t>(</a:t>
            </a:r>
            <a:r>
              <a:rPr lang="ja-JP" altLang="en-US" sz="4400" dirty="0">
                <a:solidFill>
                  <a:srgbClr val="000000"/>
                </a:solidFill>
                <a:latin typeface="Courier Prime"/>
                <a:ea typeface="Courier Prime"/>
                <a:cs typeface="Courier Prime"/>
                <a:sym typeface="Courier Prime"/>
              </a:rPr>
              <a:t>約</a:t>
            </a:r>
            <a:r>
              <a:rPr lang="en-US" altLang="ja-JP" sz="4400" dirty="0">
                <a:solidFill>
                  <a:srgbClr val="000000"/>
                </a:solidFill>
                <a:latin typeface="Courier Prime"/>
                <a:ea typeface="Courier Prime"/>
                <a:cs typeface="Courier Prime"/>
                <a:sym typeface="Courier Prime"/>
              </a:rPr>
              <a:t>50%)</a:t>
            </a:r>
            <a:r>
              <a:rPr lang="en-US" altLang="ja-JP" sz="3600" baseline="30000" dirty="0">
                <a:latin typeface="メイリオ" panose="020B0604030504040204" pitchFamily="50" charset="-128"/>
                <a:ea typeface="メイリオ" panose="020B0604030504040204" pitchFamily="50" charset="-128"/>
              </a:rPr>
              <a:t>※3</a:t>
            </a:r>
            <a:endParaRPr lang="en-US" altLang="ja-JP" sz="3600" dirty="0">
              <a:solidFill>
                <a:srgbClr val="000000"/>
              </a:solidFill>
              <a:latin typeface="メイリオ" panose="020B0604030504040204" pitchFamily="50" charset="-128"/>
              <a:ea typeface="メイリオ" panose="020B0604030504040204" pitchFamily="50" charset="-128"/>
              <a:cs typeface="Courier Prime"/>
              <a:sym typeface="Courier Prime"/>
            </a:endParaRPr>
          </a:p>
          <a:p>
            <a:pPr marL="0" lvl="0" indent="0" algn="l">
              <a:lnSpc>
                <a:spcPts val="4160"/>
              </a:lnSpc>
              <a:spcBef>
                <a:spcPct val="0"/>
              </a:spcBef>
            </a:pPr>
            <a:endParaRPr lang="en-US" altLang="ja-JP"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endParaRPr lang="en-US" altLang="ja-JP"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endParaRPr lang="en-US"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r>
              <a:rPr lang="ja-JP" altLang="en-US" sz="8000" b="1" dirty="0">
                <a:solidFill>
                  <a:srgbClr val="000000"/>
                </a:solidFill>
                <a:latin typeface="Courier Prime"/>
                <a:ea typeface="Courier Prime"/>
                <a:cs typeface="Courier Prime"/>
                <a:sym typeface="Courier Prime"/>
              </a:rPr>
              <a:t>約</a:t>
            </a:r>
            <a:r>
              <a:rPr lang="en-US" altLang="ja-JP" sz="8000" b="1" dirty="0">
                <a:solidFill>
                  <a:srgbClr val="000000"/>
                </a:solidFill>
                <a:latin typeface="Courier Prime"/>
                <a:ea typeface="Courier Prime"/>
                <a:cs typeface="Courier Prime"/>
                <a:sym typeface="Courier Prime"/>
              </a:rPr>
              <a:t>21</a:t>
            </a:r>
            <a:r>
              <a:rPr lang="ja-JP" altLang="en-US" sz="8000" b="1" dirty="0">
                <a:solidFill>
                  <a:srgbClr val="000000"/>
                </a:solidFill>
                <a:latin typeface="Courier Prime"/>
                <a:ea typeface="Courier Prime"/>
                <a:cs typeface="Courier Prime"/>
                <a:sym typeface="Courier Prime"/>
              </a:rPr>
              <a:t>万人</a:t>
            </a:r>
            <a:endParaRPr lang="en-US" sz="8000" b="1" dirty="0">
              <a:solidFill>
                <a:srgbClr val="000000"/>
              </a:solidFill>
              <a:latin typeface="Courier Prime"/>
              <a:ea typeface="Courier Prime"/>
              <a:cs typeface="Courier Prime"/>
              <a:sym typeface="Courier Prime"/>
            </a:endParaRPr>
          </a:p>
        </p:txBody>
      </p:sp>
      <p:sp>
        <p:nvSpPr>
          <p:cNvPr id="7" name="TextBox 7">
            <a:extLst>
              <a:ext uri="{FF2B5EF4-FFF2-40B4-BE49-F238E27FC236}">
                <a16:creationId xmlns:a16="http://schemas.microsoft.com/office/drawing/2014/main" id="{763914C6-648B-4A89-8BEF-B219400C5336}"/>
              </a:ext>
            </a:extLst>
          </p:cNvPr>
          <p:cNvSpPr txBox="1"/>
          <p:nvPr/>
        </p:nvSpPr>
        <p:spPr>
          <a:xfrm>
            <a:off x="704850" y="9410700"/>
            <a:ext cx="17907000" cy="738664"/>
          </a:xfrm>
          <a:prstGeom prst="rect">
            <a:avLst/>
          </a:prstGeom>
        </p:spPr>
        <p:txBody>
          <a:bodyPr wrap="square" lIns="0" tIns="0" rIns="0" bIns="0" rtlCol="0" anchor="t">
            <a:spAutoFit/>
          </a:bodyPr>
          <a:lstStyle/>
          <a:p>
            <a:pPr marL="0" lvl="0" indent="0" algn="l">
              <a:spcBef>
                <a:spcPct val="0"/>
              </a:spcBef>
            </a:pPr>
            <a:r>
              <a:rPr lang="en-US" altLang="ja-JP" sz="1600" dirty="0">
                <a:solidFill>
                  <a:srgbClr val="000000"/>
                </a:solidFill>
                <a:latin typeface="メイリオ" panose="020B0604030504040204" pitchFamily="50" charset="-128"/>
                <a:ea typeface="メイリオ" panose="020B0604030504040204" pitchFamily="50" charset="-128"/>
                <a:cs typeface="Courier Prime"/>
                <a:sym typeface="Courier Prime"/>
              </a:rPr>
              <a:t>※1:</a:t>
            </a:r>
            <a:r>
              <a:rPr lang="ja-JP" altLang="en-US" sz="1600" dirty="0"/>
              <a:t>総務省統計局「社会生活基本調査」より不破雷蔵氏集計（</a:t>
            </a:r>
            <a:r>
              <a:rPr lang="en-US" altLang="ja-JP" sz="1600" dirty="0"/>
              <a:t>2016</a:t>
            </a:r>
            <a:r>
              <a:rPr lang="ja-JP" altLang="en-US" sz="1600" dirty="0"/>
              <a:t>年）</a:t>
            </a:r>
            <a:endParaRPr lang="en-US" altLang="ja-JP" sz="1600" dirty="0">
              <a:solidFill>
                <a:srgbClr val="000000"/>
              </a:solidFill>
              <a:latin typeface="メイリオ" panose="020B0604030504040204" pitchFamily="50" charset="-128"/>
              <a:ea typeface="メイリオ" panose="020B0604030504040204" pitchFamily="50" charset="-128"/>
              <a:cs typeface="Courier Prime"/>
              <a:sym typeface="Courier Prime"/>
            </a:endParaRPr>
          </a:p>
          <a:p>
            <a:pPr>
              <a:spcBef>
                <a:spcPct val="0"/>
              </a:spcBef>
            </a:pPr>
            <a:r>
              <a:rPr lang="en-US" altLang="ja-JP" sz="1600" dirty="0">
                <a:solidFill>
                  <a:srgbClr val="000000"/>
                </a:solidFill>
                <a:latin typeface="メイリオ" panose="020B0604030504040204" pitchFamily="50" charset="-128"/>
                <a:ea typeface="メイリオ" panose="020B0604030504040204" pitchFamily="50" charset="-128"/>
                <a:cs typeface="Courier Prime"/>
                <a:sym typeface="Courier Prime"/>
              </a:rPr>
              <a:t>※2:</a:t>
            </a:r>
            <a:r>
              <a:rPr lang="ja-JP" altLang="en-US" sz="1600" dirty="0"/>
              <a:t>株式会社ベストアクティ「好きな映画のジャンルに関するアンケート調査」</a:t>
            </a:r>
            <a:endParaRPr lang="en-US" altLang="ja-JP" sz="1600" baseline="30000" dirty="0">
              <a:solidFill>
                <a:srgbClr val="000000"/>
              </a:solidFill>
              <a:latin typeface="メイリオ" panose="020B0604030504040204" pitchFamily="50" charset="-128"/>
              <a:ea typeface="メイリオ" panose="020B0604030504040204" pitchFamily="50" charset="-128"/>
              <a:cs typeface="Courier Prime"/>
              <a:sym typeface="Courier Prime"/>
            </a:endParaRPr>
          </a:p>
          <a:p>
            <a:pPr>
              <a:spcBef>
                <a:spcPct val="0"/>
              </a:spcBef>
            </a:pPr>
            <a:r>
              <a:rPr lang="en-US" altLang="ja-JP" sz="1600" dirty="0">
                <a:solidFill>
                  <a:srgbClr val="000000"/>
                </a:solidFill>
                <a:latin typeface="メイリオ" panose="020B0604030504040204" pitchFamily="50" charset="-128"/>
                <a:ea typeface="メイリオ" panose="020B0604030504040204" pitchFamily="50" charset="-128"/>
                <a:cs typeface="Courier Prime"/>
                <a:sym typeface="Courier Prime"/>
              </a:rPr>
              <a:t>※3:</a:t>
            </a:r>
            <a:r>
              <a:rPr lang="ja-JP" altLang="en-US" sz="1600" dirty="0"/>
              <a:t>スカパーＪＳＡＴ調べ「宇宙に関する意識調査</a:t>
            </a:r>
            <a:r>
              <a:rPr lang="en-US" altLang="ja-JP" sz="1600" dirty="0"/>
              <a:t>2026</a:t>
            </a:r>
            <a:r>
              <a:rPr lang="ja-JP" altLang="en-US" sz="1600" dirty="0"/>
              <a:t>」</a:t>
            </a:r>
            <a:endParaRPr lang="en-US" altLang="ja-JP" sz="1600" baseline="30000" dirty="0">
              <a:solidFill>
                <a:srgbClr val="000000"/>
              </a:solidFill>
              <a:latin typeface="メイリオ" panose="020B0604030504040204" pitchFamily="50" charset="-128"/>
              <a:ea typeface="メイリオ" panose="020B0604030504040204" pitchFamily="50" charset="-128"/>
              <a:cs typeface="Courier Prime"/>
              <a:sym typeface="Courier Prime"/>
            </a:endParaRPr>
          </a:p>
        </p:txBody>
      </p:sp>
    </p:spTree>
    <p:extLst>
      <p:ext uri="{BB962C8B-B14F-4D97-AF65-F5344CB8AC3E}">
        <p14:creationId xmlns:p14="http://schemas.microsoft.com/office/powerpoint/2010/main" val="355973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8283"/>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dirty="0"/>
          </a:p>
        </p:txBody>
      </p:sp>
      <p:sp>
        <p:nvSpPr>
          <p:cNvPr id="4" name="TextBox 4"/>
          <p:cNvSpPr txBox="1"/>
          <p:nvPr/>
        </p:nvSpPr>
        <p:spPr>
          <a:xfrm>
            <a:off x="1028700" y="962025"/>
            <a:ext cx="6633222"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dirty="0">
                <a:solidFill>
                  <a:srgbClr val="D15D5A"/>
                </a:solidFill>
                <a:latin typeface="Carter One"/>
                <a:ea typeface="Carter One"/>
                <a:cs typeface="Carter One"/>
                <a:sym typeface="Carter One"/>
              </a:rPr>
              <a:t>ゲームの概要</a:t>
            </a:r>
            <a:endParaRPr lang="en-US" sz="8000" b="1" u="none" strike="noStrike" dirty="0">
              <a:solidFill>
                <a:srgbClr val="D15D5A"/>
              </a:solidFill>
              <a:latin typeface="Carter One"/>
              <a:ea typeface="Carter One"/>
              <a:cs typeface="Carter One"/>
              <a:sym typeface="Carter One"/>
            </a:endParaRPr>
          </a:p>
        </p:txBody>
      </p:sp>
      <p:sp>
        <p:nvSpPr>
          <p:cNvPr id="6" name="TextBox 7">
            <a:extLst>
              <a:ext uri="{FF2B5EF4-FFF2-40B4-BE49-F238E27FC236}">
                <a16:creationId xmlns:a16="http://schemas.microsoft.com/office/drawing/2014/main" id="{022FC7CC-A611-44FB-8087-85D99136C0E5}"/>
              </a:ext>
            </a:extLst>
          </p:cNvPr>
          <p:cNvSpPr txBox="1"/>
          <p:nvPr/>
        </p:nvSpPr>
        <p:spPr>
          <a:xfrm>
            <a:off x="1028700" y="2826723"/>
            <a:ext cx="12992100" cy="2189061"/>
          </a:xfrm>
          <a:prstGeom prst="rect">
            <a:avLst/>
          </a:prstGeom>
        </p:spPr>
        <p:txBody>
          <a:bodyPr wrap="square" lIns="0" tIns="0" rIns="0" bIns="0" rtlCol="0" anchor="t">
            <a:spAutoFit/>
          </a:bodyPr>
          <a:lstStyle/>
          <a:p>
            <a:pPr marL="0" lvl="0" indent="0" algn="l">
              <a:lnSpc>
                <a:spcPts val="4160"/>
              </a:lnSpc>
              <a:spcBef>
                <a:spcPct val="0"/>
              </a:spcBef>
            </a:pPr>
            <a:r>
              <a:rPr lang="ja-JP" altLang="en-US" sz="4400" b="1" dirty="0">
                <a:solidFill>
                  <a:srgbClr val="000000"/>
                </a:solidFill>
                <a:latin typeface="Courier Prime"/>
                <a:ea typeface="Courier Prime"/>
                <a:cs typeface="Courier Prime"/>
                <a:sym typeface="Courier Prime"/>
              </a:rPr>
              <a:t>・</a:t>
            </a:r>
            <a:r>
              <a:rPr lang="en-US" altLang="ja-JP" sz="4400" b="1" dirty="0">
                <a:solidFill>
                  <a:srgbClr val="000000"/>
                </a:solidFill>
                <a:latin typeface="Courier Prime"/>
                <a:ea typeface="Courier Prime"/>
                <a:cs typeface="Courier Prime"/>
                <a:sym typeface="Courier Prime"/>
              </a:rPr>
              <a:t>UFO</a:t>
            </a:r>
            <a:r>
              <a:rPr lang="ja-JP" altLang="en-US" sz="4400" b="1" dirty="0">
                <a:solidFill>
                  <a:srgbClr val="000000"/>
                </a:solidFill>
                <a:latin typeface="Courier Prime"/>
                <a:ea typeface="Courier Prime"/>
                <a:cs typeface="Courier Prime"/>
                <a:sym typeface="Courier Prime"/>
              </a:rPr>
              <a:t>を操縦して、人や動物を誘拐するゲーム。</a:t>
            </a:r>
            <a:endParaRPr lang="en-US" altLang="ja-JP" sz="4400" b="1" dirty="0">
              <a:solidFill>
                <a:srgbClr val="000000"/>
              </a:solidFill>
              <a:latin typeface="Courier Prime"/>
              <a:ea typeface="Courier Prime"/>
              <a:cs typeface="Courier Prime"/>
              <a:sym typeface="Courier Prime"/>
            </a:endParaRPr>
          </a:p>
          <a:p>
            <a:pPr marL="0" lvl="0" indent="0" algn="l">
              <a:lnSpc>
                <a:spcPts val="4160"/>
              </a:lnSpc>
              <a:spcBef>
                <a:spcPct val="0"/>
              </a:spcBef>
            </a:pPr>
            <a:r>
              <a:rPr lang="ja-JP" altLang="en-US" sz="4400" b="1" dirty="0">
                <a:solidFill>
                  <a:srgbClr val="000000"/>
                </a:solidFill>
                <a:latin typeface="Courier Prime"/>
                <a:ea typeface="Courier Prime"/>
                <a:cs typeface="Courier Prime"/>
                <a:sym typeface="Courier Prime"/>
              </a:rPr>
              <a:t>・規定の人数、頭数を光線で引っ張って</a:t>
            </a:r>
            <a:r>
              <a:rPr lang="en-US" altLang="ja-JP" sz="4400" b="1" dirty="0">
                <a:solidFill>
                  <a:srgbClr val="000000"/>
                </a:solidFill>
                <a:latin typeface="Courier Prime"/>
                <a:ea typeface="Courier Prime"/>
                <a:cs typeface="Courier Prime"/>
                <a:sym typeface="Courier Prime"/>
              </a:rPr>
              <a:t>UFO</a:t>
            </a:r>
            <a:r>
              <a:rPr lang="ja-JP" altLang="en-US" sz="4400" b="1" dirty="0">
                <a:solidFill>
                  <a:srgbClr val="000000"/>
                </a:solidFill>
                <a:latin typeface="Courier Prime"/>
                <a:ea typeface="Courier Prime"/>
                <a:cs typeface="Courier Prime"/>
                <a:sym typeface="Courier Prime"/>
              </a:rPr>
              <a:t>に収容して、撃墜されずに帰還すればステージクリア。</a:t>
            </a:r>
            <a:endParaRPr lang="en-US" altLang="ja-JP" sz="4400" b="1" dirty="0">
              <a:solidFill>
                <a:srgbClr val="000000"/>
              </a:solidFill>
              <a:latin typeface="Courier Prime"/>
              <a:ea typeface="Courier Prime"/>
              <a:cs typeface="Courier Prime"/>
              <a:sym typeface="Courier Prime"/>
            </a:endParaRPr>
          </a:p>
          <a:p>
            <a:pPr marL="0" lvl="0" indent="0" algn="l">
              <a:lnSpc>
                <a:spcPts val="4160"/>
              </a:lnSpc>
              <a:spcBef>
                <a:spcPct val="0"/>
              </a:spcBef>
            </a:pPr>
            <a:r>
              <a:rPr lang="ja-JP" altLang="en-US" sz="4400" b="1" dirty="0">
                <a:solidFill>
                  <a:srgbClr val="000000"/>
                </a:solidFill>
                <a:latin typeface="Courier Prime"/>
                <a:ea typeface="Courier Prime"/>
                <a:cs typeface="Courier Prime"/>
                <a:sym typeface="Courier Prime"/>
              </a:rPr>
              <a:t>・</a:t>
            </a:r>
            <a:r>
              <a:rPr lang="en-US" altLang="ja-JP" sz="4400" b="1" dirty="0">
                <a:solidFill>
                  <a:srgbClr val="000000"/>
                </a:solidFill>
                <a:latin typeface="Courier Prime"/>
                <a:ea typeface="Courier Prime"/>
                <a:cs typeface="Courier Prime"/>
                <a:sym typeface="Courier Prime"/>
              </a:rPr>
              <a:t>3</a:t>
            </a:r>
            <a:r>
              <a:rPr lang="ja-JP" altLang="en-US" sz="4400" b="1" dirty="0">
                <a:solidFill>
                  <a:srgbClr val="000000"/>
                </a:solidFill>
                <a:latin typeface="Courier Prime"/>
                <a:ea typeface="Courier Prime"/>
                <a:cs typeface="Courier Prime"/>
                <a:sym typeface="Courier Prime"/>
              </a:rPr>
              <a:t>ステージクリアでエンディング</a:t>
            </a:r>
            <a:r>
              <a:rPr lang="ja-JP" altLang="en-US" sz="3200" b="1" dirty="0">
                <a:solidFill>
                  <a:srgbClr val="000000"/>
                </a:solidFill>
                <a:latin typeface="Courier Prime"/>
                <a:ea typeface="Courier Prime"/>
                <a:cs typeface="Courier Prime"/>
                <a:sym typeface="Courier Prime"/>
              </a:rPr>
              <a:t>。</a:t>
            </a:r>
            <a:endParaRPr lang="en-US" altLang="ja-JP" sz="3200" b="1" dirty="0">
              <a:solidFill>
                <a:srgbClr val="000000"/>
              </a:solidFill>
              <a:latin typeface="Courier Prime"/>
              <a:ea typeface="Courier Prime"/>
              <a:cs typeface="Courier Prime"/>
              <a:sym typeface="Courier Prime"/>
            </a:endParaRPr>
          </a:p>
        </p:txBody>
      </p:sp>
      <p:sp>
        <p:nvSpPr>
          <p:cNvPr id="5" name="Freeform 18">
            <a:extLst>
              <a:ext uri="{FF2B5EF4-FFF2-40B4-BE49-F238E27FC236}">
                <a16:creationId xmlns:a16="http://schemas.microsoft.com/office/drawing/2014/main" id="{A3B8CD61-A00A-B8C0-B337-7A6132B9BFBD}"/>
              </a:ext>
            </a:extLst>
          </p:cNvPr>
          <p:cNvSpPr/>
          <p:nvPr/>
        </p:nvSpPr>
        <p:spPr>
          <a:xfrm>
            <a:off x="10050798" y="4533900"/>
            <a:ext cx="7940004" cy="5293336"/>
          </a:xfrm>
          <a:custGeom>
            <a:avLst/>
            <a:gdLst/>
            <a:ahLst/>
            <a:cxnLst/>
            <a:rect l="l" t="t" r="r" b="b"/>
            <a:pathLst>
              <a:path w="9326808" h="6217872">
                <a:moveTo>
                  <a:pt x="0" y="0"/>
                </a:moveTo>
                <a:lnTo>
                  <a:pt x="9326808" y="0"/>
                </a:lnTo>
                <a:lnTo>
                  <a:pt x="9326808" y="6217872"/>
                </a:lnTo>
                <a:lnTo>
                  <a:pt x="0" y="6217872"/>
                </a:lnTo>
                <a:lnTo>
                  <a:pt x="0" y="0"/>
                </a:lnTo>
                <a:close/>
              </a:path>
            </a:pathLst>
          </a:custGeom>
          <a:blipFill>
            <a:blip r:embed="rId4"/>
            <a:stretch>
              <a:fillRect/>
            </a:stretch>
          </a:blipFill>
          <a:ln w="190500" cap="sq">
            <a:solidFill>
              <a:srgbClr val="FAFAFA"/>
            </a:solidFill>
            <a:prstDash val="solid"/>
            <a:miter/>
          </a:ln>
        </p:spPr>
      </p:sp>
    </p:spTree>
    <p:extLst>
      <p:ext uri="{BB962C8B-B14F-4D97-AF65-F5344CB8AC3E}">
        <p14:creationId xmlns:p14="http://schemas.microsoft.com/office/powerpoint/2010/main" val="205557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8283"/>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dirty="0"/>
          </a:p>
        </p:txBody>
      </p:sp>
      <p:sp>
        <p:nvSpPr>
          <p:cNvPr id="4" name="TextBox 4"/>
          <p:cNvSpPr txBox="1"/>
          <p:nvPr/>
        </p:nvSpPr>
        <p:spPr>
          <a:xfrm>
            <a:off x="1028700" y="962025"/>
            <a:ext cx="6633222"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dirty="0">
                <a:solidFill>
                  <a:srgbClr val="D15D5A"/>
                </a:solidFill>
                <a:latin typeface="Carter One"/>
                <a:ea typeface="Carter One"/>
                <a:cs typeface="Carter One"/>
                <a:sym typeface="Carter One"/>
              </a:rPr>
              <a:t>ゲームの概要</a:t>
            </a:r>
            <a:endParaRPr lang="en-US" sz="8000" b="1" u="none" strike="noStrike" dirty="0">
              <a:solidFill>
                <a:srgbClr val="D15D5A"/>
              </a:solidFill>
              <a:latin typeface="Carter One"/>
              <a:ea typeface="Carter One"/>
              <a:cs typeface="Carter One"/>
              <a:sym typeface="Carter One"/>
            </a:endParaRPr>
          </a:p>
        </p:txBody>
      </p:sp>
      <p:pic>
        <p:nvPicPr>
          <p:cNvPr id="10" name="図 9">
            <a:extLst>
              <a:ext uri="{FF2B5EF4-FFF2-40B4-BE49-F238E27FC236}">
                <a16:creationId xmlns:a16="http://schemas.microsoft.com/office/drawing/2014/main" id="{6DA848E2-2BAF-4C15-958F-9D248CBE58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8900" y="1883936"/>
            <a:ext cx="13030200" cy="8116522"/>
          </a:xfrm>
          <a:prstGeom prst="rect">
            <a:avLst/>
          </a:prstGeom>
        </p:spPr>
      </p:pic>
    </p:spTree>
    <p:extLst>
      <p:ext uri="{BB962C8B-B14F-4D97-AF65-F5344CB8AC3E}">
        <p14:creationId xmlns:p14="http://schemas.microsoft.com/office/powerpoint/2010/main" val="5041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8283"/>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dirty="0"/>
          </a:p>
        </p:txBody>
      </p:sp>
      <p:sp>
        <p:nvSpPr>
          <p:cNvPr id="4" name="TextBox 4"/>
          <p:cNvSpPr txBox="1"/>
          <p:nvPr/>
        </p:nvSpPr>
        <p:spPr>
          <a:xfrm>
            <a:off x="1028700" y="962025"/>
            <a:ext cx="6633222"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dirty="0">
                <a:solidFill>
                  <a:srgbClr val="D15D5A"/>
                </a:solidFill>
                <a:latin typeface="Carter One"/>
                <a:ea typeface="Carter One"/>
                <a:cs typeface="Carter One"/>
                <a:sym typeface="Carter One"/>
              </a:rPr>
              <a:t>様々な敵</a:t>
            </a:r>
            <a:endParaRPr lang="en-US" sz="8000" b="1" u="none" strike="noStrike" dirty="0">
              <a:solidFill>
                <a:srgbClr val="D15D5A"/>
              </a:solidFill>
              <a:latin typeface="Carter One"/>
              <a:ea typeface="Carter One"/>
              <a:cs typeface="Carter One"/>
              <a:sym typeface="Carter One"/>
            </a:endParaRPr>
          </a:p>
        </p:txBody>
      </p:sp>
      <p:pic>
        <p:nvPicPr>
          <p:cNvPr id="8" name="図 7">
            <a:extLst>
              <a:ext uri="{FF2B5EF4-FFF2-40B4-BE49-F238E27FC236}">
                <a16:creationId xmlns:a16="http://schemas.microsoft.com/office/drawing/2014/main" id="{66E9A0C9-45E3-4ECE-B068-E1F8BDE985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33663" y="2019300"/>
            <a:ext cx="13020674" cy="8110588"/>
          </a:xfrm>
          <a:prstGeom prst="rect">
            <a:avLst/>
          </a:prstGeom>
        </p:spPr>
      </p:pic>
    </p:spTree>
    <p:extLst>
      <p:ext uri="{BB962C8B-B14F-4D97-AF65-F5344CB8AC3E}">
        <p14:creationId xmlns:p14="http://schemas.microsoft.com/office/powerpoint/2010/main" val="3129028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54409"/>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a:p>
        </p:txBody>
      </p:sp>
      <p:sp>
        <p:nvSpPr>
          <p:cNvPr id="4" name="TextBox 4"/>
          <p:cNvSpPr txBox="1"/>
          <p:nvPr/>
        </p:nvSpPr>
        <p:spPr>
          <a:xfrm>
            <a:off x="1028700" y="962025"/>
            <a:ext cx="6633222"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u="none" strike="noStrike" dirty="0">
                <a:solidFill>
                  <a:srgbClr val="D15D5A"/>
                </a:solidFill>
                <a:latin typeface="Carter One"/>
                <a:ea typeface="Carter One"/>
                <a:cs typeface="Carter One"/>
                <a:sym typeface="Carter One"/>
              </a:rPr>
              <a:t>ゲームの流れ</a:t>
            </a:r>
            <a:endParaRPr lang="en-US" sz="8000" b="1" u="none" strike="noStrike" dirty="0">
              <a:solidFill>
                <a:srgbClr val="D15D5A"/>
              </a:solidFill>
              <a:latin typeface="Carter One"/>
              <a:ea typeface="Carter One"/>
              <a:cs typeface="Carter One"/>
              <a:sym typeface="Carter One"/>
            </a:endParaRPr>
          </a:p>
        </p:txBody>
      </p:sp>
      <p:sp>
        <p:nvSpPr>
          <p:cNvPr id="7" name="正方形/長方形 6">
            <a:extLst>
              <a:ext uri="{FF2B5EF4-FFF2-40B4-BE49-F238E27FC236}">
                <a16:creationId xmlns:a16="http://schemas.microsoft.com/office/drawing/2014/main" id="{97C05E15-A5C0-487A-90DF-ACC27E829D0A}"/>
              </a:ext>
            </a:extLst>
          </p:cNvPr>
          <p:cNvSpPr/>
          <p:nvPr/>
        </p:nvSpPr>
        <p:spPr>
          <a:xfrm>
            <a:off x="1036347" y="2218735"/>
            <a:ext cx="4235372" cy="7605018"/>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8" name="矢印: 五方向 7">
            <a:extLst>
              <a:ext uri="{FF2B5EF4-FFF2-40B4-BE49-F238E27FC236}">
                <a16:creationId xmlns:a16="http://schemas.microsoft.com/office/drawing/2014/main" id="{3B601332-18DB-45A9-9329-F67299CEFE2F}"/>
              </a:ext>
            </a:extLst>
          </p:cNvPr>
          <p:cNvSpPr/>
          <p:nvPr/>
        </p:nvSpPr>
        <p:spPr>
          <a:xfrm>
            <a:off x="1033799" y="2218735"/>
            <a:ext cx="4160163" cy="687106"/>
          </a:xfrm>
          <a:prstGeom prst="homePlat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latin typeface="メイリオ" panose="020B0604030504040204" pitchFamily="50" charset="-128"/>
                <a:ea typeface="メイリオ" panose="020B0604030504040204" pitchFamily="50" charset="-128"/>
              </a:rPr>
              <a:t>①ステージ選択</a:t>
            </a:r>
          </a:p>
        </p:txBody>
      </p:sp>
      <p:sp>
        <p:nvSpPr>
          <p:cNvPr id="9" name="正方形/長方形 8">
            <a:extLst>
              <a:ext uri="{FF2B5EF4-FFF2-40B4-BE49-F238E27FC236}">
                <a16:creationId xmlns:a16="http://schemas.microsoft.com/office/drawing/2014/main" id="{8A4912C8-9329-402C-8915-D1BB4A62A83B}"/>
              </a:ext>
            </a:extLst>
          </p:cNvPr>
          <p:cNvSpPr/>
          <p:nvPr/>
        </p:nvSpPr>
        <p:spPr>
          <a:xfrm>
            <a:off x="5279373" y="2218735"/>
            <a:ext cx="4301286" cy="7605018"/>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0" name="矢印: 五方向 9">
            <a:extLst>
              <a:ext uri="{FF2B5EF4-FFF2-40B4-BE49-F238E27FC236}">
                <a16:creationId xmlns:a16="http://schemas.microsoft.com/office/drawing/2014/main" id="{3EF67AE1-999A-49E9-9B98-DC3EB30AD6ED}"/>
              </a:ext>
            </a:extLst>
          </p:cNvPr>
          <p:cNvSpPr/>
          <p:nvPr/>
        </p:nvSpPr>
        <p:spPr>
          <a:xfrm>
            <a:off x="5279370" y="2218735"/>
            <a:ext cx="4157996" cy="687106"/>
          </a:xfrm>
          <a:prstGeom prst="homePlat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ja-JP" altLang="en-US" sz="2400" b="1" dirty="0">
                <a:solidFill>
                  <a:prstClr val="white"/>
                </a:solidFill>
                <a:latin typeface="メイリオ" panose="020B0604030504040204" pitchFamily="50" charset="-128"/>
                <a:ea typeface="メイリオ" panose="020B0604030504040204" pitchFamily="50" charset="-128"/>
              </a:rPr>
              <a:t>②人・動物を集める</a:t>
            </a:r>
            <a:endParaRPr kumimoji="1" lang="ja-JP" altLang="en-US" sz="2400" b="1"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4EC0492F-0847-4F3C-872E-9112DA9473A8}"/>
              </a:ext>
            </a:extLst>
          </p:cNvPr>
          <p:cNvSpPr/>
          <p:nvPr/>
        </p:nvSpPr>
        <p:spPr>
          <a:xfrm>
            <a:off x="9567647" y="2218735"/>
            <a:ext cx="4197778" cy="7639374"/>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2" name="矢印: 五方向 11">
            <a:extLst>
              <a:ext uri="{FF2B5EF4-FFF2-40B4-BE49-F238E27FC236}">
                <a16:creationId xmlns:a16="http://schemas.microsoft.com/office/drawing/2014/main" id="{E441520D-AAED-47A5-A9A4-7D3E43021A62}"/>
              </a:ext>
            </a:extLst>
          </p:cNvPr>
          <p:cNvSpPr/>
          <p:nvPr/>
        </p:nvSpPr>
        <p:spPr>
          <a:xfrm>
            <a:off x="9583203" y="2218735"/>
            <a:ext cx="4101899" cy="687106"/>
          </a:xfrm>
          <a:prstGeom prst="homePlat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ja-JP" altLang="en-US" sz="2400" b="1" dirty="0">
                <a:solidFill>
                  <a:prstClr val="white"/>
                </a:solidFill>
                <a:latin typeface="メイリオ" panose="020B0604030504040204" pitchFamily="50" charset="-128"/>
                <a:ea typeface="メイリオ" panose="020B0604030504040204" pitchFamily="50" charset="-128"/>
              </a:rPr>
              <a:t>③帰還</a:t>
            </a:r>
            <a:endParaRPr kumimoji="1" lang="ja-JP" altLang="en-US" sz="2400" b="1"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C277BAE-3338-4076-A4F5-77DFD3538B11}"/>
              </a:ext>
            </a:extLst>
          </p:cNvPr>
          <p:cNvSpPr/>
          <p:nvPr/>
        </p:nvSpPr>
        <p:spPr>
          <a:xfrm>
            <a:off x="13770510" y="2218735"/>
            <a:ext cx="3983216" cy="7605018"/>
          </a:xfrm>
          <a:prstGeom prst="rect">
            <a:avLst/>
          </a:prstGeom>
          <a:solidFill>
            <a:schemeClr val="bg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
        <p:nvSpPr>
          <p:cNvPr id="14" name="矢印: 五方向 13">
            <a:extLst>
              <a:ext uri="{FF2B5EF4-FFF2-40B4-BE49-F238E27FC236}">
                <a16:creationId xmlns:a16="http://schemas.microsoft.com/office/drawing/2014/main" id="{4E15BACA-FF52-4251-96DF-5F6BBA482C8B}"/>
              </a:ext>
            </a:extLst>
          </p:cNvPr>
          <p:cNvSpPr/>
          <p:nvPr/>
        </p:nvSpPr>
        <p:spPr>
          <a:xfrm>
            <a:off x="13770512" y="2218735"/>
            <a:ext cx="3983216" cy="687106"/>
          </a:xfrm>
          <a:prstGeom prst="homePlat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rPr>
              <a:t>④</a:t>
            </a:r>
            <a:r>
              <a:rPr kumimoji="1" lang="ja-JP" altLang="en-US" sz="2400" b="1" dirty="0">
                <a:solidFill>
                  <a:prstClr val="white"/>
                </a:solidFill>
                <a:latin typeface="メイリオ" panose="020B0604030504040204" pitchFamily="50" charset="-128"/>
                <a:ea typeface="メイリオ" panose="020B0604030504040204" pitchFamily="50" charset="-128"/>
              </a:rPr>
              <a:t>エンディング</a:t>
            </a:r>
            <a:endParaRPr kumimoji="1" lang="ja-JP" altLang="en-US" sz="2400" b="1"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1E4DABAB-6EF8-41E1-B336-5548B75D2A70}"/>
              </a:ext>
            </a:extLst>
          </p:cNvPr>
          <p:cNvSpPr/>
          <p:nvPr/>
        </p:nvSpPr>
        <p:spPr>
          <a:xfrm>
            <a:off x="1033798" y="7034507"/>
            <a:ext cx="4224040" cy="2985793"/>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dirty="0">
              <a:solidFill>
                <a:schemeClr val="tx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7BB58D9C-1B3B-4E0C-B66C-C7959960DD4A}"/>
              </a:ext>
            </a:extLst>
          </p:cNvPr>
          <p:cNvSpPr/>
          <p:nvPr/>
        </p:nvSpPr>
        <p:spPr>
          <a:xfrm>
            <a:off x="5279371" y="7034507"/>
            <a:ext cx="4240484" cy="2985793"/>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正方形/長方形 16">
            <a:extLst>
              <a:ext uri="{FF2B5EF4-FFF2-40B4-BE49-F238E27FC236}">
                <a16:creationId xmlns:a16="http://schemas.microsoft.com/office/drawing/2014/main" id="{37F9BA37-9EC8-41A0-9135-98DAE7E15443}"/>
              </a:ext>
            </a:extLst>
          </p:cNvPr>
          <p:cNvSpPr/>
          <p:nvPr/>
        </p:nvSpPr>
        <p:spPr>
          <a:xfrm>
            <a:off x="9524941" y="7034507"/>
            <a:ext cx="4240484" cy="2985793"/>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490CF6BA-BE58-4FF5-BA24-26F22CCBE64E}"/>
              </a:ext>
            </a:extLst>
          </p:cNvPr>
          <p:cNvSpPr/>
          <p:nvPr/>
        </p:nvSpPr>
        <p:spPr>
          <a:xfrm>
            <a:off x="13770509" y="7110707"/>
            <a:ext cx="3897811" cy="2985793"/>
          </a:xfrm>
          <a:prstGeom prst="rect">
            <a:avLst/>
          </a:prstGeom>
          <a:solidFill>
            <a:srgbClr val="F2F2F2"/>
          </a:solidFill>
          <a:ln>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テキスト ボックス 18">
            <a:extLst>
              <a:ext uri="{FF2B5EF4-FFF2-40B4-BE49-F238E27FC236}">
                <a16:creationId xmlns:a16="http://schemas.microsoft.com/office/drawing/2014/main" id="{2B956281-93A0-4E54-A3C7-4D8049554CFC}"/>
              </a:ext>
            </a:extLst>
          </p:cNvPr>
          <p:cNvSpPr txBox="1"/>
          <p:nvPr/>
        </p:nvSpPr>
        <p:spPr>
          <a:xfrm>
            <a:off x="1033796" y="3120673"/>
            <a:ext cx="3855111" cy="369332"/>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ステージの選択</a:t>
            </a:r>
          </a:p>
        </p:txBody>
      </p:sp>
      <p:sp>
        <p:nvSpPr>
          <p:cNvPr id="20" name="テキスト ボックス 19">
            <a:extLst>
              <a:ext uri="{FF2B5EF4-FFF2-40B4-BE49-F238E27FC236}">
                <a16:creationId xmlns:a16="http://schemas.microsoft.com/office/drawing/2014/main" id="{521D1D47-5ED3-4F47-B1CF-1C03960929FB}"/>
              </a:ext>
            </a:extLst>
          </p:cNvPr>
          <p:cNvSpPr txBox="1"/>
          <p:nvPr/>
        </p:nvSpPr>
        <p:spPr>
          <a:xfrm>
            <a:off x="5274263" y="3120673"/>
            <a:ext cx="3855111" cy="369332"/>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光線で回収する</a:t>
            </a:r>
          </a:p>
        </p:txBody>
      </p:sp>
      <p:sp>
        <p:nvSpPr>
          <p:cNvPr id="21" name="テキスト ボックス 20">
            <a:extLst>
              <a:ext uri="{FF2B5EF4-FFF2-40B4-BE49-F238E27FC236}">
                <a16:creationId xmlns:a16="http://schemas.microsoft.com/office/drawing/2014/main" id="{AD609A3E-1D2E-428D-9A77-90487B582635}"/>
              </a:ext>
            </a:extLst>
          </p:cNvPr>
          <p:cNvSpPr txBox="1"/>
          <p:nvPr/>
        </p:nvSpPr>
        <p:spPr>
          <a:xfrm>
            <a:off x="9567645" y="3097496"/>
            <a:ext cx="3855111" cy="369332"/>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帰還する</a:t>
            </a:r>
            <a:endParaRPr kumimoji="1" lang="en-US" altLang="ja-JP" b="1" dirty="0">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57D56F9C-56B0-40EF-9D40-AC9BDCAAC1E9}"/>
              </a:ext>
            </a:extLst>
          </p:cNvPr>
          <p:cNvSpPr txBox="1"/>
          <p:nvPr/>
        </p:nvSpPr>
        <p:spPr>
          <a:xfrm>
            <a:off x="13759169" y="3143662"/>
            <a:ext cx="3855111" cy="646331"/>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すべてのステージクリアでエンディング</a:t>
            </a:r>
            <a:r>
              <a:rPr kumimoji="1" lang="en-US" altLang="ja-JP" b="1" dirty="0">
                <a:latin typeface="メイリオ" panose="020B0604030504040204" pitchFamily="50" charset="-128"/>
                <a:ea typeface="メイリオ" panose="020B0604030504040204" pitchFamily="50" charset="-128"/>
              </a:rPr>
              <a:t>(</a:t>
            </a:r>
            <a:r>
              <a:rPr kumimoji="1" lang="ja-JP" altLang="en-US" b="1" dirty="0">
                <a:latin typeface="メイリオ" panose="020B0604030504040204" pitchFamily="50" charset="-128"/>
                <a:ea typeface="メイリオ" panose="020B0604030504040204" pitchFamily="50" charset="-128"/>
              </a:rPr>
              <a:t>全３ステージ</a:t>
            </a:r>
            <a:r>
              <a:rPr kumimoji="1" lang="en-US" altLang="ja-JP" b="1" dirty="0">
                <a:latin typeface="メイリオ" panose="020B0604030504040204" pitchFamily="50" charset="-128"/>
                <a:ea typeface="メイリオ" panose="020B0604030504040204" pitchFamily="50" charset="-128"/>
              </a:rPr>
              <a:t>)</a:t>
            </a:r>
            <a:endParaRPr kumimoji="1" lang="ja-JP" altLang="en-US" b="1" dirty="0">
              <a:latin typeface="メイリオ" panose="020B0604030504040204" pitchFamily="50" charset="-128"/>
              <a:ea typeface="メイリオ" panose="020B0604030504040204" pitchFamily="50" charset="-128"/>
            </a:endParaRPr>
          </a:p>
        </p:txBody>
      </p:sp>
      <p:sp>
        <p:nvSpPr>
          <p:cNvPr id="31" name="矢印: 五方向 30">
            <a:extLst>
              <a:ext uri="{FF2B5EF4-FFF2-40B4-BE49-F238E27FC236}">
                <a16:creationId xmlns:a16="http://schemas.microsoft.com/office/drawing/2014/main" id="{35ED5789-EF8C-4517-8A68-51551582A29B}"/>
              </a:ext>
            </a:extLst>
          </p:cNvPr>
          <p:cNvSpPr/>
          <p:nvPr/>
        </p:nvSpPr>
        <p:spPr>
          <a:xfrm>
            <a:off x="1141654" y="9240485"/>
            <a:ext cx="12281098" cy="687105"/>
          </a:xfrm>
          <a:prstGeom prst="homePlate">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1" i="0" u="none" strike="noStrike" kern="1200" cap="none" spc="0" normalizeH="0" baseline="0" noProof="0" dirty="0">
                <a:ln>
                  <a:noFill/>
                </a:ln>
                <a:solidFill>
                  <a:prstClr val="white"/>
                </a:solidFill>
                <a:effectLst/>
                <a:uLnTx/>
                <a:uFillTx/>
                <a:latin typeface="メイリオ" panose="020B0604030504040204" pitchFamily="50" charset="-128"/>
                <a:ea typeface="メイリオ" panose="020B0604030504040204" pitchFamily="50" charset="-128"/>
              </a:rPr>
              <a:t>繰り返す</a:t>
            </a:r>
          </a:p>
        </p:txBody>
      </p:sp>
      <p:sp>
        <p:nvSpPr>
          <p:cNvPr id="32" name="テキスト ボックス 31">
            <a:extLst>
              <a:ext uri="{FF2B5EF4-FFF2-40B4-BE49-F238E27FC236}">
                <a16:creationId xmlns:a16="http://schemas.microsoft.com/office/drawing/2014/main" id="{BBEFD612-9CFB-4662-A025-A8C3A2F570B4}"/>
              </a:ext>
            </a:extLst>
          </p:cNvPr>
          <p:cNvSpPr txBox="1"/>
          <p:nvPr/>
        </p:nvSpPr>
        <p:spPr>
          <a:xfrm>
            <a:off x="1028700" y="7249339"/>
            <a:ext cx="3897809" cy="1169551"/>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rPr>
              <a:t>・全</a:t>
            </a:r>
            <a:r>
              <a:rPr kumimoji="1" lang="en-US" altLang="ja-JP" sz="1400" dirty="0">
                <a:latin typeface="メイリオ" panose="020B0604030504040204" pitchFamily="50" charset="-128"/>
                <a:ea typeface="メイリオ" panose="020B0604030504040204" pitchFamily="50" charset="-128"/>
              </a:rPr>
              <a:t>3</a:t>
            </a:r>
            <a:r>
              <a:rPr kumimoji="1" lang="ja-JP" altLang="en-US" sz="1400" dirty="0">
                <a:latin typeface="メイリオ" panose="020B0604030504040204" pitchFamily="50" charset="-128"/>
                <a:ea typeface="メイリオ" panose="020B0604030504040204" pitchFamily="50" charset="-128"/>
              </a:rPr>
              <a:t>ステージ。</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・ステージをクリアすると次のステージが解放される。</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・すべてのステージクリアでエンディングに移行する。</a:t>
            </a:r>
            <a:endParaRPr kumimoji="1" lang="en-US" altLang="ja-JP" sz="1400" dirty="0">
              <a:latin typeface="メイリオ" panose="020B0604030504040204" pitchFamily="50" charset="-128"/>
              <a:ea typeface="メイリオ" panose="020B0604030504040204" pitchFamily="50" charset="-128"/>
            </a:endParaRPr>
          </a:p>
        </p:txBody>
      </p:sp>
      <p:sp>
        <p:nvSpPr>
          <p:cNvPr id="35" name="テキスト ボックス 34">
            <a:extLst>
              <a:ext uri="{FF2B5EF4-FFF2-40B4-BE49-F238E27FC236}">
                <a16:creationId xmlns:a16="http://schemas.microsoft.com/office/drawing/2014/main" id="{A6322B80-C22D-4035-BE21-22AFD9303525}"/>
              </a:ext>
            </a:extLst>
          </p:cNvPr>
          <p:cNvSpPr txBox="1"/>
          <p:nvPr/>
        </p:nvSpPr>
        <p:spPr>
          <a:xfrm>
            <a:off x="5269178" y="7249339"/>
            <a:ext cx="3897809" cy="1169551"/>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rPr>
              <a:t>・攻撃や妨害を避けながら、人や動物を回収していく。</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・既定の人数、頭数を集めると帰還フェーズに移行する。</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・撃墜されてしまうとゲームオーバー。</a:t>
            </a:r>
            <a:endParaRPr kumimoji="1" lang="en-US" altLang="ja-JP" sz="1400"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CA20BE3A-F3B2-4C0D-ADA1-0CCC06E88EC8}"/>
              </a:ext>
            </a:extLst>
          </p:cNvPr>
          <p:cNvSpPr txBox="1"/>
          <p:nvPr/>
        </p:nvSpPr>
        <p:spPr>
          <a:xfrm>
            <a:off x="9522399" y="7241084"/>
            <a:ext cx="3897809" cy="954107"/>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rPr>
              <a:t>・既定の人数、頭数を集めた後にマップ外に移動する。</a:t>
            </a:r>
            <a:endParaRPr kumimoji="1" lang="en-US" altLang="ja-JP" sz="1400" dirty="0">
              <a:latin typeface="メイリオ" panose="020B0604030504040204" pitchFamily="50" charset="-128"/>
              <a:ea typeface="メイリオ" panose="020B0604030504040204" pitchFamily="50" charset="-128"/>
            </a:endParaRPr>
          </a:p>
          <a:p>
            <a:r>
              <a:rPr kumimoji="1" lang="ja-JP" altLang="en-US" sz="1400" dirty="0">
                <a:latin typeface="メイリオ" panose="020B0604030504040204" pitchFamily="50" charset="-128"/>
                <a:ea typeface="メイリオ" panose="020B0604030504040204" pitchFamily="50" charset="-128"/>
              </a:rPr>
              <a:t>・無事にマップ外に移動できればステージクリア。</a:t>
            </a:r>
            <a:endParaRPr kumimoji="1" lang="en-US" altLang="ja-JP" sz="1400" dirty="0">
              <a:latin typeface="メイリオ" panose="020B0604030504040204" pitchFamily="50" charset="-128"/>
              <a:ea typeface="メイリオ" panose="020B0604030504040204" pitchFamily="50" charset="-128"/>
            </a:endParaRPr>
          </a:p>
        </p:txBody>
      </p:sp>
      <p:sp>
        <p:nvSpPr>
          <p:cNvPr id="37" name="テキスト ボックス 36">
            <a:extLst>
              <a:ext uri="{FF2B5EF4-FFF2-40B4-BE49-F238E27FC236}">
                <a16:creationId xmlns:a16="http://schemas.microsoft.com/office/drawing/2014/main" id="{32CC90FD-6BA6-48A6-B3B9-0D74E2CE93F8}"/>
              </a:ext>
            </a:extLst>
          </p:cNvPr>
          <p:cNvSpPr txBox="1"/>
          <p:nvPr/>
        </p:nvSpPr>
        <p:spPr>
          <a:xfrm>
            <a:off x="13759170" y="7241084"/>
            <a:ext cx="3897809" cy="307777"/>
          </a:xfrm>
          <a:prstGeom prst="rect">
            <a:avLst/>
          </a:prstGeom>
          <a:noFill/>
        </p:spPr>
        <p:txBody>
          <a:bodyPr wrap="square" rtlCol="0">
            <a:spAutoFit/>
          </a:bodyPr>
          <a:lstStyle/>
          <a:p>
            <a:r>
              <a:rPr kumimoji="1" lang="ja-JP" altLang="en-US" sz="1400" dirty="0">
                <a:latin typeface="メイリオ" panose="020B0604030504040204" pitchFamily="50" charset="-128"/>
                <a:ea typeface="メイリオ" panose="020B0604030504040204" pitchFamily="50" charset="-128"/>
              </a:rPr>
              <a:t>・すべてのステージクリアでエンディング</a:t>
            </a:r>
            <a:endParaRPr kumimoji="1"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19FE23E-1F2A-4920-85EE-2D4BC7FBBE41}"/>
              </a:ext>
            </a:extLst>
          </p:cNvPr>
          <p:cNvSpPr txBox="1"/>
          <p:nvPr/>
        </p:nvSpPr>
        <p:spPr>
          <a:xfrm>
            <a:off x="14008260" y="4646217"/>
            <a:ext cx="3441540" cy="1077218"/>
          </a:xfrm>
          <a:prstGeom prst="rect">
            <a:avLst/>
          </a:prstGeom>
          <a:noFill/>
        </p:spPr>
        <p:txBody>
          <a:bodyPr wrap="square" rtlCol="0">
            <a:spAutoFit/>
          </a:bodyPr>
          <a:lstStyle/>
          <a:p>
            <a:r>
              <a:rPr kumimoji="1" lang="ja-JP" altLang="en-US" sz="3200" dirty="0">
                <a:latin typeface="メイリオ" panose="020B0604030504040204" pitchFamily="50" charset="-128"/>
                <a:ea typeface="メイリオ" panose="020B0604030504040204" pitchFamily="50" charset="-128"/>
              </a:rPr>
              <a:t>・スタッフロール</a:t>
            </a:r>
            <a:endParaRPr kumimoji="1" lang="en-US" altLang="ja-JP" sz="3200" dirty="0">
              <a:latin typeface="メイリオ" panose="020B0604030504040204" pitchFamily="50" charset="-128"/>
              <a:ea typeface="メイリオ" panose="020B0604030504040204" pitchFamily="50" charset="-128"/>
            </a:endParaRPr>
          </a:p>
          <a:p>
            <a:r>
              <a:rPr kumimoji="1" lang="ja-JP" altLang="en-US" sz="3200" dirty="0">
                <a:latin typeface="メイリオ" panose="020B0604030504040204" pitchFamily="50" charset="-128"/>
                <a:ea typeface="メイリオ" panose="020B0604030504040204" pitchFamily="50" charset="-128"/>
              </a:rPr>
              <a:t>・後日談</a:t>
            </a:r>
          </a:p>
        </p:txBody>
      </p:sp>
      <p:sp>
        <p:nvSpPr>
          <p:cNvPr id="5" name="テキスト ボックス 4">
            <a:extLst>
              <a:ext uri="{FF2B5EF4-FFF2-40B4-BE49-F238E27FC236}">
                <a16:creationId xmlns:a16="http://schemas.microsoft.com/office/drawing/2014/main" id="{0C2CEFA3-3EE5-4865-A1C2-5AF6982F83BF}"/>
              </a:ext>
            </a:extLst>
          </p:cNvPr>
          <p:cNvSpPr txBox="1"/>
          <p:nvPr/>
        </p:nvSpPr>
        <p:spPr>
          <a:xfrm>
            <a:off x="1108013" y="4021459"/>
            <a:ext cx="3441540" cy="1569660"/>
          </a:xfrm>
          <a:prstGeom prst="rect">
            <a:avLst/>
          </a:prstGeom>
          <a:noFill/>
        </p:spPr>
        <p:txBody>
          <a:bodyPr wrap="square" rtlCol="0">
            <a:spAutoFit/>
          </a:bodyPr>
          <a:lstStyle/>
          <a:p>
            <a:r>
              <a:rPr kumimoji="1" lang="ja-JP" altLang="en-US" sz="3200" dirty="0">
                <a:latin typeface="メイリオ" panose="020B0604030504040204" pitchFamily="50" charset="-128"/>
                <a:ea typeface="メイリオ" panose="020B0604030504040204" pitchFamily="50" charset="-128"/>
              </a:rPr>
              <a:t>・牧場</a:t>
            </a:r>
            <a:endParaRPr kumimoji="1" lang="en-US" altLang="ja-JP" sz="3200" dirty="0">
              <a:latin typeface="メイリオ" panose="020B0604030504040204" pitchFamily="50" charset="-128"/>
              <a:ea typeface="メイリオ" panose="020B0604030504040204" pitchFamily="50" charset="-128"/>
            </a:endParaRPr>
          </a:p>
          <a:p>
            <a:r>
              <a:rPr kumimoji="1" lang="ja-JP" altLang="en-US" sz="3200" dirty="0">
                <a:latin typeface="メイリオ" panose="020B0604030504040204" pitchFamily="50" charset="-128"/>
                <a:ea typeface="メイリオ" panose="020B0604030504040204" pitchFamily="50" charset="-128"/>
              </a:rPr>
              <a:t>・シティ</a:t>
            </a:r>
            <a:endParaRPr kumimoji="1" lang="en-US" altLang="ja-JP" sz="3200" dirty="0">
              <a:latin typeface="メイリオ" panose="020B0604030504040204" pitchFamily="50" charset="-128"/>
              <a:ea typeface="メイリオ" panose="020B0604030504040204" pitchFamily="50" charset="-128"/>
            </a:endParaRPr>
          </a:p>
          <a:p>
            <a:r>
              <a:rPr kumimoji="1" lang="ja-JP" altLang="en-US" sz="3200" dirty="0">
                <a:latin typeface="メイリオ" panose="020B0604030504040204" pitchFamily="50" charset="-128"/>
                <a:ea typeface="メイリオ" panose="020B0604030504040204" pitchFamily="50" charset="-128"/>
              </a:rPr>
              <a:t>・首都</a:t>
            </a:r>
            <a:endParaRPr kumimoji="1" lang="en-US" altLang="ja-JP" sz="3200" dirty="0">
              <a:latin typeface="メイリオ" panose="020B0604030504040204" pitchFamily="50" charset="-128"/>
              <a:ea typeface="メイリオ" panose="020B0604030504040204" pitchFamily="50" charset="-128"/>
            </a:endParaRPr>
          </a:p>
        </p:txBody>
      </p:sp>
      <p:pic>
        <p:nvPicPr>
          <p:cNvPr id="40" name="図 39">
            <a:extLst>
              <a:ext uri="{FF2B5EF4-FFF2-40B4-BE49-F238E27FC236}">
                <a16:creationId xmlns:a16="http://schemas.microsoft.com/office/drawing/2014/main" id="{52CCBA3D-2164-4FC7-B27F-DB1CFA6928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10539" y="3622713"/>
            <a:ext cx="3003725" cy="3003725"/>
          </a:xfrm>
          <a:prstGeom prst="rect">
            <a:avLst/>
          </a:prstGeom>
        </p:spPr>
      </p:pic>
      <p:pic>
        <p:nvPicPr>
          <p:cNvPr id="43" name="図 42">
            <a:extLst>
              <a:ext uri="{FF2B5EF4-FFF2-40B4-BE49-F238E27FC236}">
                <a16:creationId xmlns:a16="http://schemas.microsoft.com/office/drawing/2014/main" id="{95839C96-A1EC-415D-A018-2D7C1D05799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39440" y="3758202"/>
            <a:ext cx="1887118" cy="3126199"/>
          </a:xfrm>
          <a:prstGeom prst="rect">
            <a:avLst/>
          </a:prstGeom>
        </p:spPr>
      </p:pic>
    </p:spTree>
    <p:extLst>
      <p:ext uri="{BB962C8B-B14F-4D97-AF65-F5344CB8AC3E}">
        <p14:creationId xmlns:p14="http://schemas.microsoft.com/office/powerpoint/2010/main" val="2526516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3">
              <a:alphaModFix amt="35000"/>
            </a:blip>
            <a:stretch>
              <a:fillRect/>
            </a:stretch>
          </a:blipFill>
        </p:spPr>
      </p:sp>
      <p:sp>
        <p:nvSpPr>
          <p:cNvPr id="3" name="Freeform 3"/>
          <p:cNvSpPr/>
          <p:nvPr/>
        </p:nvSpPr>
        <p:spPr>
          <a:xfrm>
            <a:off x="0" y="38100"/>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4">
              <a:alphaModFix amt="8999"/>
            </a:blip>
            <a:stretch>
              <a:fillRect t="-8879" b="-8879"/>
            </a:stretch>
          </a:blipFill>
        </p:spPr>
        <p:txBody>
          <a:bodyPr/>
          <a:lstStyle/>
          <a:p>
            <a:endParaRPr lang="ja-JP" altLang="en-US"/>
          </a:p>
        </p:txBody>
      </p:sp>
      <p:sp>
        <p:nvSpPr>
          <p:cNvPr id="4" name="TextBox 4"/>
          <p:cNvSpPr txBox="1"/>
          <p:nvPr/>
        </p:nvSpPr>
        <p:spPr>
          <a:xfrm>
            <a:off x="1028700" y="962025"/>
            <a:ext cx="6025009" cy="765979"/>
          </a:xfrm>
          <a:prstGeom prst="rect">
            <a:avLst/>
          </a:prstGeom>
        </p:spPr>
        <p:txBody>
          <a:bodyPr lIns="0" tIns="0" rIns="0" bIns="0" rtlCol="0" anchor="t">
            <a:spAutoFit/>
          </a:bodyPr>
          <a:lstStyle/>
          <a:p>
            <a:pPr marL="0" lvl="0" indent="0" algn="l">
              <a:lnSpc>
                <a:spcPts val="4759"/>
              </a:lnSpc>
              <a:spcBef>
                <a:spcPct val="0"/>
              </a:spcBef>
            </a:pPr>
            <a:r>
              <a:rPr lang="ja-JP" altLang="en-US" sz="8000" b="1" dirty="0">
                <a:solidFill>
                  <a:srgbClr val="D15D5A"/>
                </a:solidFill>
                <a:latin typeface="Carter One"/>
                <a:ea typeface="Carter One"/>
                <a:cs typeface="Carter One"/>
                <a:sym typeface="Carter One"/>
              </a:rPr>
              <a:t>コンセプト</a:t>
            </a:r>
            <a:endParaRPr lang="en-US" sz="8000" b="1" u="none" strike="noStrike" dirty="0">
              <a:solidFill>
                <a:srgbClr val="D15D5A"/>
              </a:solidFill>
              <a:latin typeface="Carter One"/>
              <a:ea typeface="Carter One"/>
              <a:cs typeface="Carter One"/>
              <a:sym typeface="Carter One"/>
            </a:endParaRPr>
          </a:p>
        </p:txBody>
      </p:sp>
      <p:sp>
        <p:nvSpPr>
          <p:cNvPr id="5" name="TextBox 5"/>
          <p:cNvSpPr txBox="1"/>
          <p:nvPr/>
        </p:nvSpPr>
        <p:spPr>
          <a:xfrm>
            <a:off x="1502113" y="4965911"/>
            <a:ext cx="10390385" cy="634789"/>
          </a:xfrm>
          <a:prstGeom prst="rect">
            <a:avLst/>
          </a:prstGeom>
        </p:spPr>
        <p:txBody>
          <a:bodyPr wrap="square" lIns="0" tIns="0" rIns="0" bIns="0" rtlCol="0" anchor="t">
            <a:spAutoFit/>
          </a:bodyPr>
          <a:lstStyle/>
          <a:p>
            <a:pPr marL="0" lvl="0" indent="0" algn="l">
              <a:lnSpc>
                <a:spcPts val="4160"/>
              </a:lnSpc>
              <a:spcBef>
                <a:spcPct val="0"/>
              </a:spcBef>
            </a:pPr>
            <a:r>
              <a:rPr lang="ja-JP" altLang="en-US" sz="6000" b="1" u="none" strike="noStrike" dirty="0">
                <a:solidFill>
                  <a:srgbClr val="000000"/>
                </a:solidFill>
                <a:highlight>
                  <a:srgbClr val="FFFF00"/>
                </a:highlight>
                <a:latin typeface="Courier Prime"/>
                <a:ea typeface="Courier Prime"/>
                <a:cs typeface="Courier Prime"/>
                <a:sym typeface="Courier Prime"/>
              </a:rPr>
              <a:t>人・動物を光線で引き揚げ</a:t>
            </a:r>
            <a:r>
              <a:rPr lang="ja-JP" altLang="en-US" sz="6000" b="1" dirty="0">
                <a:solidFill>
                  <a:srgbClr val="000000"/>
                </a:solidFill>
                <a:highlight>
                  <a:srgbClr val="FFFF00"/>
                </a:highlight>
                <a:latin typeface="Courier Prime"/>
                <a:ea typeface="Courier Prime"/>
                <a:cs typeface="Courier Prime"/>
                <a:sym typeface="Courier Prime"/>
              </a:rPr>
              <a:t>る</a:t>
            </a:r>
            <a:endParaRPr lang="en-US" sz="6000" b="1" u="none" strike="noStrike" dirty="0">
              <a:solidFill>
                <a:srgbClr val="000000"/>
              </a:solidFill>
              <a:highlight>
                <a:srgbClr val="FFFF00"/>
              </a:highlight>
              <a:latin typeface="Courier Prime"/>
              <a:ea typeface="Courier Prime"/>
              <a:cs typeface="Courier Prime"/>
              <a:sym typeface="Courier Prime"/>
            </a:endParaRPr>
          </a:p>
        </p:txBody>
      </p:sp>
      <p:sp>
        <p:nvSpPr>
          <p:cNvPr id="6" name="TextBox 6"/>
          <p:cNvSpPr txBox="1"/>
          <p:nvPr/>
        </p:nvSpPr>
        <p:spPr>
          <a:xfrm>
            <a:off x="1502113" y="7320599"/>
            <a:ext cx="11451887" cy="657872"/>
          </a:xfrm>
          <a:prstGeom prst="rect">
            <a:avLst/>
          </a:prstGeom>
        </p:spPr>
        <p:txBody>
          <a:bodyPr wrap="square" lIns="0" tIns="0" rIns="0" bIns="0" rtlCol="0" anchor="t">
            <a:spAutoFit/>
          </a:bodyPr>
          <a:lstStyle/>
          <a:p>
            <a:pPr marL="0" lvl="0" indent="0" algn="l">
              <a:lnSpc>
                <a:spcPts val="4160"/>
              </a:lnSpc>
              <a:spcBef>
                <a:spcPct val="0"/>
              </a:spcBef>
            </a:pPr>
            <a:r>
              <a:rPr lang="ja-JP" altLang="en-US" sz="6600" b="1" dirty="0">
                <a:solidFill>
                  <a:srgbClr val="000000"/>
                </a:solidFill>
                <a:highlight>
                  <a:srgbClr val="FFFF00"/>
                </a:highlight>
                <a:latin typeface="Courier Prime"/>
                <a:ea typeface="Courier Prime"/>
                <a:cs typeface="Courier Prime"/>
                <a:sym typeface="Courier Prime"/>
              </a:rPr>
              <a:t>改造した人間を送り出す</a:t>
            </a:r>
            <a:endParaRPr lang="en-US" sz="6600" b="1" u="none" strike="noStrike" dirty="0">
              <a:solidFill>
                <a:srgbClr val="000000"/>
              </a:solidFill>
              <a:highlight>
                <a:srgbClr val="FFFF00"/>
              </a:highlight>
              <a:latin typeface="Courier Prime"/>
              <a:ea typeface="Courier Prime"/>
              <a:cs typeface="Courier Prime"/>
              <a:sym typeface="Courier Prime"/>
            </a:endParaRPr>
          </a:p>
        </p:txBody>
      </p:sp>
      <p:sp>
        <p:nvSpPr>
          <p:cNvPr id="11" name="TextBox 5">
            <a:extLst>
              <a:ext uri="{FF2B5EF4-FFF2-40B4-BE49-F238E27FC236}">
                <a16:creationId xmlns:a16="http://schemas.microsoft.com/office/drawing/2014/main" id="{727D9BE0-C149-4193-8ED9-98666FC2B396}"/>
              </a:ext>
            </a:extLst>
          </p:cNvPr>
          <p:cNvSpPr txBox="1"/>
          <p:nvPr/>
        </p:nvSpPr>
        <p:spPr>
          <a:xfrm>
            <a:off x="1504434" y="2605624"/>
            <a:ext cx="11830565" cy="634789"/>
          </a:xfrm>
          <a:prstGeom prst="rect">
            <a:avLst/>
          </a:prstGeom>
        </p:spPr>
        <p:txBody>
          <a:bodyPr wrap="square" lIns="0" tIns="0" rIns="0" bIns="0" rtlCol="0" anchor="t">
            <a:spAutoFit/>
          </a:bodyPr>
          <a:lstStyle/>
          <a:p>
            <a:pPr marL="0" lvl="0" indent="0" algn="l">
              <a:lnSpc>
                <a:spcPts val="4160"/>
              </a:lnSpc>
              <a:spcBef>
                <a:spcPct val="0"/>
              </a:spcBef>
            </a:pPr>
            <a:r>
              <a:rPr lang="ja-JP" altLang="en-US" sz="6000" b="1" dirty="0">
                <a:solidFill>
                  <a:srgbClr val="000000"/>
                </a:solidFill>
                <a:highlight>
                  <a:srgbClr val="FFFF00"/>
                </a:highlight>
                <a:latin typeface="Courier Prime"/>
                <a:ea typeface="Courier Prime"/>
                <a:cs typeface="Courier Prime"/>
                <a:sym typeface="Courier Prime"/>
              </a:rPr>
              <a:t>物理法則を無視する</a:t>
            </a:r>
            <a:r>
              <a:rPr lang="en-US" altLang="ja-JP" sz="6000" b="1" dirty="0">
                <a:solidFill>
                  <a:srgbClr val="000000"/>
                </a:solidFill>
                <a:highlight>
                  <a:srgbClr val="FFFF00"/>
                </a:highlight>
                <a:latin typeface="Courier Prime"/>
                <a:ea typeface="Courier Prime"/>
                <a:cs typeface="Courier Prime"/>
                <a:sym typeface="Courier Prime"/>
              </a:rPr>
              <a:t>UFO</a:t>
            </a:r>
            <a:r>
              <a:rPr lang="ja-JP" altLang="en-US" sz="6000" b="1" dirty="0">
                <a:solidFill>
                  <a:srgbClr val="000000"/>
                </a:solidFill>
                <a:highlight>
                  <a:srgbClr val="FFFF00"/>
                </a:highlight>
                <a:latin typeface="Courier Prime"/>
                <a:ea typeface="Courier Prime"/>
                <a:cs typeface="Courier Prime"/>
                <a:sym typeface="Courier Prime"/>
              </a:rPr>
              <a:t>の動き</a:t>
            </a:r>
            <a:endParaRPr lang="en-US" sz="6000" b="1" u="none" strike="noStrike" dirty="0">
              <a:solidFill>
                <a:srgbClr val="000000"/>
              </a:solidFill>
              <a:highlight>
                <a:srgbClr val="FFFF00"/>
              </a:highlight>
              <a:latin typeface="Courier Prime"/>
              <a:ea typeface="Courier Prime"/>
              <a:cs typeface="Courier Prime"/>
              <a:sym typeface="Courier Prime"/>
            </a:endParaRPr>
          </a:p>
        </p:txBody>
      </p:sp>
      <p:sp>
        <p:nvSpPr>
          <p:cNvPr id="12" name="TextBox 5">
            <a:extLst>
              <a:ext uri="{FF2B5EF4-FFF2-40B4-BE49-F238E27FC236}">
                <a16:creationId xmlns:a16="http://schemas.microsoft.com/office/drawing/2014/main" id="{9B94C31B-ADE6-47D1-BB7A-C3AB84CC940F}"/>
              </a:ext>
            </a:extLst>
          </p:cNvPr>
          <p:cNvSpPr txBox="1"/>
          <p:nvPr/>
        </p:nvSpPr>
        <p:spPr>
          <a:xfrm>
            <a:off x="1504434" y="3278630"/>
            <a:ext cx="16257785" cy="677108"/>
          </a:xfrm>
          <a:prstGeom prst="rect">
            <a:avLst/>
          </a:prstGeom>
        </p:spPr>
        <p:txBody>
          <a:bodyPr wrap="square" lIns="0" tIns="0" rIns="0" bIns="0" rtlCol="0" anchor="t">
            <a:spAutoFit/>
          </a:bodyPr>
          <a:lstStyle/>
          <a:p>
            <a:pPr marL="0" lvl="0" indent="0" algn="l">
              <a:spcBef>
                <a:spcPct val="0"/>
              </a:spcBef>
            </a:pPr>
            <a:r>
              <a:rPr lang="ja-JP" altLang="en-US" sz="4400" b="1" dirty="0">
                <a:solidFill>
                  <a:srgbClr val="000000"/>
                </a:solidFill>
                <a:highlight>
                  <a:srgbClr val="00FFFF"/>
                </a:highlight>
                <a:latin typeface="Courier Prime"/>
                <a:ea typeface="Courier Prime"/>
                <a:cs typeface="Courier Prime"/>
                <a:sym typeface="Courier Prime"/>
              </a:rPr>
              <a:t>超常的な存在になりきることができ、爽快感を得ることができる</a:t>
            </a:r>
            <a:endParaRPr lang="en-US" sz="4400" b="1" u="none" strike="noStrike" dirty="0">
              <a:solidFill>
                <a:srgbClr val="000000"/>
              </a:solidFill>
              <a:highlight>
                <a:srgbClr val="00FFFF"/>
              </a:highlight>
              <a:latin typeface="Courier Prime"/>
              <a:ea typeface="Courier Prime"/>
              <a:cs typeface="Courier Prime"/>
              <a:sym typeface="Courier Prime"/>
            </a:endParaRPr>
          </a:p>
        </p:txBody>
      </p:sp>
      <p:sp>
        <p:nvSpPr>
          <p:cNvPr id="13" name="TextBox 5">
            <a:extLst>
              <a:ext uri="{FF2B5EF4-FFF2-40B4-BE49-F238E27FC236}">
                <a16:creationId xmlns:a16="http://schemas.microsoft.com/office/drawing/2014/main" id="{05E76A92-0A65-499C-9072-F852AAD0ADE8}"/>
              </a:ext>
            </a:extLst>
          </p:cNvPr>
          <p:cNvSpPr txBox="1"/>
          <p:nvPr/>
        </p:nvSpPr>
        <p:spPr>
          <a:xfrm>
            <a:off x="1512054" y="5681236"/>
            <a:ext cx="16250165" cy="573234"/>
          </a:xfrm>
          <a:prstGeom prst="rect">
            <a:avLst/>
          </a:prstGeom>
        </p:spPr>
        <p:txBody>
          <a:bodyPr wrap="square" lIns="0" tIns="0" rIns="0" bIns="0" rtlCol="0" anchor="t">
            <a:spAutoFit/>
          </a:bodyPr>
          <a:lstStyle/>
          <a:p>
            <a:pPr marL="0" lvl="0" indent="0" algn="l">
              <a:lnSpc>
                <a:spcPts val="4160"/>
              </a:lnSpc>
              <a:spcBef>
                <a:spcPct val="0"/>
              </a:spcBef>
            </a:pPr>
            <a:r>
              <a:rPr lang="ja-JP" altLang="en-US" sz="4400" b="1" u="none" strike="noStrike" dirty="0">
                <a:solidFill>
                  <a:srgbClr val="000000"/>
                </a:solidFill>
                <a:highlight>
                  <a:srgbClr val="00FFFF"/>
                </a:highlight>
                <a:latin typeface="Courier Prime"/>
                <a:ea typeface="Courier Prime"/>
                <a:cs typeface="Courier Prime"/>
                <a:sym typeface="Courier Prime"/>
              </a:rPr>
              <a:t>宇宙人特有</a:t>
            </a:r>
            <a:r>
              <a:rPr lang="ja-JP" altLang="en-US" sz="4400" b="1" dirty="0">
                <a:solidFill>
                  <a:srgbClr val="000000"/>
                </a:solidFill>
                <a:highlight>
                  <a:srgbClr val="00FFFF"/>
                </a:highlight>
                <a:latin typeface="Courier Prime"/>
                <a:ea typeface="Courier Prime"/>
                <a:cs typeface="Courier Prime"/>
                <a:sym typeface="Courier Prime"/>
              </a:rPr>
              <a:t>の</a:t>
            </a:r>
            <a:r>
              <a:rPr lang="ja-JP" altLang="en-US" sz="4400" b="1" u="none" strike="noStrike" dirty="0">
                <a:solidFill>
                  <a:srgbClr val="000000"/>
                </a:solidFill>
                <a:highlight>
                  <a:srgbClr val="00FFFF"/>
                </a:highlight>
                <a:latin typeface="Courier Prime"/>
                <a:ea typeface="Courier Prime"/>
                <a:cs typeface="Courier Prime"/>
                <a:sym typeface="Courier Prime"/>
              </a:rPr>
              <a:t>行動をすることによる支配感を得ること</a:t>
            </a:r>
            <a:r>
              <a:rPr lang="ja-JP" altLang="en-US" sz="4400" b="1" dirty="0">
                <a:solidFill>
                  <a:srgbClr val="000000"/>
                </a:solidFill>
                <a:highlight>
                  <a:srgbClr val="00FFFF"/>
                </a:highlight>
                <a:latin typeface="Courier Prime"/>
                <a:ea typeface="Courier Prime"/>
                <a:cs typeface="Courier Prime"/>
                <a:sym typeface="Courier Prime"/>
              </a:rPr>
              <a:t>ができる</a:t>
            </a:r>
            <a:endParaRPr lang="en-US" sz="4400" b="1" u="none" strike="noStrike" dirty="0">
              <a:solidFill>
                <a:srgbClr val="000000"/>
              </a:solidFill>
              <a:highlight>
                <a:srgbClr val="00FFFF"/>
              </a:highlight>
              <a:latin typeface="Courier Prime"/>
              <a:ea typeface="Courier Prime"/>
              <a:cs typeface="Courier Prime"/>
              <a:sym typeface="Courier Prime"/>
            </a:endParaRPr>
          </a:p>
        </p:txBody>
      </p:sp>
      <p:sp>
        <p:nvSpPr>
          <p:cNvPr id="14" name="TextBox 6">
            <a:extLst>
              <a:ext uri="{FF2B5EF4-FFF2-40B4-BE49-F238E27FC236}">
                <a16:creationId xmlns:a16="http://schemas.microsoft.com/office/drawing/2014/main" id="{9D763174-5FBB-40CC-9E17-A8B910CBDB97}"/>
              </a:ext>
            </a:extLst>
          </p:cNvPr>
          <p:cNvSpPr txBox="1"/>
          <p:nvPr/>
        </p:nvSpPr>
        <p:spPr>
          <a:xfrm>
            <a:off x="1512054" y="8087755"/>
            <a:ext cx="14573765" cy="573234"/>
          </a:xfrm>
          <a:prstGeom prst="rect">
            <a:avLst/>
          </a:prstGeom>
        </p:spPr>
        <p:txBody>
          <a:bodyPr wrap="square" lIns="0" tIns="0" rIns="0" bIns="0" rtlCol="0" anchor="t">
            <a:spAutoFit/>
          </a:bodyPr>
          <a:lstStyle/>
          <a:p>
            <a:pPr marL="0" lvl="0" indent="0" algn="l">
              <a:lnSpc>
                <a:spcPts val="4160"/>
              </a:lnSpc>
              <a:spcBef>
                <a:spcPct val="0"/>
              </a:spcBef>
            </a:pPr>
            <a:r>
              <a:rPr lang="ja-JP" altLang="en-US" sz="4400" b="1" u="none" strike="noStrike" dirty="0">
                <a:solidFill>
                  <a:srgbClr val="000000"/>
                </a:solidFill>
                <a:highlight>
                  <a:srgbClr val="00FFFF"/>
                </a:highlight>
                <a:latin typeface="Courier Prime"/>
                <a:ea typeface="Courier Prime"/>
                <a:cs typeface="Courier Prime"/>
                <a:sym typeface="Courier Prime"/>
              </a:rPr>
              <a:t>ゲームの世界観を深め、没頭することができる</a:t>
            </a:r>
            <a:endParaRPr lang="en-US" sz="4400" b="1" u="none" strike="noStrike" dirty="0">
              <a:solidFill>
                <a:srgbClr val="000000"/>
              </a:solidFill>
              <a:highlight>
                <a:srgbClr val="00FFFF"/>
              </a:highlight>
              <a:latin typeface="Courier Prime"/>
              <a:ea typeface="Courier Prime"/>
              <a:cs typeface="Courier Prime"/>
              <a:sym typeface="Courier Prime"/>
            </a:endParaRPr>
          </a:p>
        </p:txBody>
      </p:sp>
      <p:sp>
        <p:nvSpPr>
          <p:cNvPr id="15" name="テキスト ボックス 14">
            <a:extLst>
              <a:ext uri="{FF2B5EF4-FFF2-40B4-BE49-F238E27FC236}">
                <a16:creationId xmlns:a16="http://schemas.microsoft.com/office/drawing/2014/main" id="{CFBDB104-B2FF-4D08-A9C8-31267BD38077}"/>
              </a:ext>
            </a:extLst>
          </p:cNvPr>
          <p:cNvSpPr txBox="1"/>
          <p:nvPr/>
        </p:nvSpPr>
        <p:spPr>
          <a:xfrm>
            <a:off x="1502113" y="9239718"/>
            <a:ext cx="15261887" cy="923330"/>
          </a:xfrm>
          <a:prstGeom prst="rect">
            <a:avLst/>
          </a:prstGeom>
          <a:noFill/>
        </p:spPr>
        <p:txBody>
          <a:bodyPr wrap="square">
            <a:spAutoFit/>
          </a:bodyPr>
          <a:lstStyle/>
          <a:p>
            <a:r>
              <a:rPr lang="ja-JP" altLang="en-US" sz="5400" dirty="0">
                <a:latin typeface="メイリオ" panose="020B0604030504040204" pitchFamily="50" charset="-128"/>
                <a:ea typeface="メイリオ" panose="020B0604030504040204" pitchFamily="50" charset="-128"/>
              </a:rPr>
              <a:t>地球人を連れ去るゲーム</a:t>
            </a:r>
          </a:p>
        </p:txBody>
      </p:sp>
    </p:spTree>
    <p:extLst>
      <p:ext uri="{BB962C8B-B14F-4D97-AF65-F5344CB8AC3E}">
        <p14:creationId xmlns:p14="http://schemas.microsoft.com/office/powerpoint/2010/main" val="368261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1814"/>
            <a:ext cx="18588976" cy="10288814"/>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dirty="0"/>
          </a:p>
        </p:txBody>
      </p:sp>
      <p:sp>
        <p:nvSpPr>
          <p:cNvPr id="4" name="TextBox 4"/>
          <p:cNvSpPr txBox="1"/>
          <p:nvPr/>
        </p:nvSpPr>
        <p:spPr>
          <a:xfrm>
            <a:off x="1028700" y="962025"/>
            <a:ext cx="15182800" cy="769441"/>
          </a:xfrm>
          <a:prstGeom prst="rect">
            <a:avLst/>
          </a:prstGeom>
        </p:spPr>
        <p:txBody>
          <a:bodyPr wrap="square" lIns="0" tIns="0" rIns="0" bIns="0" rtlCol="0" anchor="t">
            <a:spAutoFit/>
          </a:bodyPr>
          <a:lstStyle/>
          <a:p>
            <a:pPr>
              <a:lnSpc>
                <a:spcPts val="4759"/>
              </a:lnSpc>
              <a:spcBef>
                <a:spcPct val="0"/>
              </a:spcBef>
            </a:pPr>
            <a:r>
              <a:rPr lang="ja-JP" altLang="en-US" sz="8000" b="1" u="none" strike="noStrike" dirty="0">
                <a:solidFill>
                  <a:srgbClr val="D15D5A"/>
                </a:solidFill>
                <a:latin typeface="Carter One"/>
                <a:ea typeface="Carter One"/>
                <a:cs typeface="Carter One"/>
                <a:sym typeface="Carter One"/>
              </a:rPr>
              <a:t>物理法則を無視する</a:t>
            </a:r>
            <a:r>
              <a:rPr lang="en-US" altLang="ja-JP" sz="8000" b="1" u="none" strike="noStrike" dirty="0">
                <a:solidFill>
                  <a:srgbClr val="D15D5A"/>
                </a:solidFill>
                <a:latin typeface="Carter One"/>
                <a:ea typeface="Carter One"/>
                <a:cs typeface="Carter One"/>
                <a:sym typeface="Carter One"/>
              </a:rPr>
              <a:t>UFO</a:t>
            </a:r>
            <a:r>
              <a:rPr lang="ja-JP" altLang="en-US" sz="8000" b="1" u="none" strike="noStrike" dirty="0">
                <a:solidFill>
                  <a:srgbClr val="D15D5A"/>
                </a:solidFill>
                <a:latin typeface="Carter One"/>
                <a:ea typeface="Carter One"/>
                <a:cs typeface="Carter One"/>
                <a:sym typeface="Carter One"/>
              </a:rPr>
              <a:t>の動き</a:t>
            </a:r>
            <a:endParaRPr lang="en-US" altLang="ja-JP" sz="8000" b="1" u="none" strike="noStrike" dirty="0">
              <a:solidFill>
                <a:srgbClr val="000000"/>
              </a:solidFill>
              <a:highlight>
                <a:srgbClr val="FFFF00"/>
              </a:highlight>
              <a:latin typeface="Courier Prime"/>
              <a:ea typeface="Courier Prime"/>
              <a:cs typeface="Courier Prime"/>
              <a:sym typeface="Courier Prime"/>
            </a:endParaRPr>
          </a:p>
        </p:txBody>
      </p:sp>
      <p:sp>
        <p:nvSpPr>
          <p:cNvPr id="6" name="Freeform 6">
            <a:extLst>
              <a:ext uri="{FF2B5EF4-FFF2-40B4-BE49-F238E27FC236}">
                <a16:creationId xmlns:a16="http://schemas.microsoft.com/office/drawing/2014/main" id="{80F61775-57F2-95CE-6668-FC1BA0419303}"/>
              </a:ext>
            </a:extLst>
          </p:cNvPr>
          <p:cNvSpPr/>
          <p:nvPr/>
        </p:nvSpPr>
        <p:spPr>
          <a:xfrm rot="-490273">
            <a:off x="6577832" y="4139909"/>
            <a:ext cx="5986424" cy="3990949"/>
          </a:xfrm>
          <a:custGeom>
            <a:avLst/>
            <a:gdLst/>
            <a:ahLst/>
            <a:cxnLst/>
            <a:rect l="l" t="t" r="r" b="b"/>
            <a:pathLst>
              <a:path w="9989801" h="6659867">
                <a:moveTo>
                  <a:pt x="0" y="0"/>
                </a:moveTo>
                <a:lnTo>
                  <a:pt x="9989801" y="0"/>
                </a:lnTo>
                <a:lnTo>
                  <a:pt x="9989801" y="6659867"/>
                </a:lnTo>
                <a:lnTo>
                  <a:pt x="0" y="6659867"/>
                </a:lnTo>
                <a:lnTo>
                  <a:pt x="0" y="0"/>
                </a:lnTo>
                <a:close/>
              </a:path>
            </a:pathLst>
          </a:custGeom>
          <a:blipFill>
            <a:blip r:embed="rId4"/>
            <a:stretch>
              <a:fillRect/>
            </a:stretch>
          </a:blipFill>
        </p:spPr>
      </p:sp>
      <p:grpSp>
        <p:nvGrpSpPr>
          <p:cNvPr id="7" name="Group 2">
            <a:extLst>
              <a:ext uri="{FF2B5EF4-FFF2-40B4-BE49-F238E27FC236}">
                <a16:creationId xmlns:a16="http://schemas.microsoft.com/office/drawing/2014/main" id="{BE64D20F-E71A-6FB0-924C-407C9493055C}"/>
              </a:ext>
            </a:extLst>
          </p:cNvPr>
          <p:cNvGrpSpPr>
            <a:grpSpLocks noChangeAspect="1"/>
          </p:cNvGrpSpPr>
          <p:nvPr/>
        </p:nvGrpSpPr>
        <p:grpSpPr>
          <a:xfrm rot="371056">
            <a:off x="12403849" y="6313094"/>
            <a:ext cx="5967333" cy="3356625"/>
            <a:chOff x="0" y="0"/>
            <a:chExt cx="24384000" cy="13716000"/>
          </a:xfrm>
        </p:grpSpPr>
        <p:sp>
          <p:nvSpPr>
            <p:cNvPr id="8" name="Freeform 3">
              <a:extLst>
                <a:ext uri="{FF2B5EF4-FFF2-40B4-BE49-F238E27FC236}">
                  <a16:creationId xmlns:a16="http://schemas.microsoft.com/office/drawing/2014/main" id="{33ED04C2-0483-CF13-6EA7-AF38C08E1E61}"/>
                </a:ext>
              </a:extLst>
            </p:cNvPr>
            <p:cNvSpPr/>
            <p:nvPr/>
          </p:nvSpPr>
          <p:spPr>
            <a:xfrm>
              <a:off x="0" y="0"/>
              <a:ext cx="24384000" cy="13716000"/>
            </a:xfrm>
            <a:custGeom>
              <a:avLst/>
              <a:gdLst/>
              <a:ahLst/>
              <a:cxnLst/>
              <a:rect l="l" t="t" r="r" b="b"/>
              <a:pathLst>
                <a:path w="24384000" h="13716000">
                  <a:moveTo>
                    <a:pt x="24384000" y="13716000"/>
                  </a:moveTo>
                  <a:lnTo>
                    <a:pt x="0" y="13716000"/>
                  </a:lnTo>
                  <a:lnTo>
                    <a:pt x="0" y="0"/>
                  </a:lnTo>
                  <a:lnTo>
                    <a:pt x="24384000" y="0"/>
                  </a:lnTo>
                  <a:lnTo>
                    <a:pt x="24384000" y="13716000"/>
                  </a:lnTo>
                  <a:close/>
                </a:path>
              </a:pathLst>
            </a:custGeom>
            <a:blipFill>
              <a:blip r:embed="rId5"/>
              <a:stretch>
                <a:fillRect t="-9259" b="-9259"/>
              </a:stretch>
            </a:blipFill>
          </p:spPr>
        </p:sp>
        <p:sp>
          <p:nvSpPr>
            <p:cNvPr id="9" name="Freeform 4">
              <a:extLst>
                <a:ext uri="{FF2B5EF4-FFF2-40B4-BE49-F238E27FC236}">
                  <a16:creationId xmlns:a16="http://schemas.microsoft.com/office/drawing/2014/main" id="{90A187CB-A723-A398-9443-7FB3B0AF1462}"/>
                </a:ext>
              </a:extLst>
            </p:cNvPr>
            <p:cNvSpPr/>
            <p:nvPr/>
          </p:nvSpPr>
          <p:spPr>
            <a:xfrm>
              <a:off x="0" y="0"/>
              <a:ext cx="24384000" cy="13716000"/>
            </a:xfrm>
            <a:custGeom>
              <a:avLst/>
              <a:gdLst/>
              <a:ahLst/>
              <a:cxnLst/>
              <a:rect l="l" t="t" r="r" b="b"/>
              <a:pathLst>
                <a:path w="24384000" h="13716000">
                  <a:moveTo>
                    <a:pt x="24384000" y="13716000"/>
                  </a:moveTo>
                  <a:lnTo>
                    <a:pt x="0" y="13716000"/>
                  </a:lnTo>
                  <a:lnTo>
                    <a:pt x="0" y="0"/>
                  </a:lnTo>
                  <a:lnTo>
                    <a:pt x="24384000" y="0"/>
                  </a:lnTo>
                  <a:lnTo>
                    <a:pt x="24384000" y="13716000"/>
                  </a:lnTo>
                  <a:close/>
                </a:path>
              </a:pathLst>
            </a:custGeom>
            <a:blipFill>
              <a:blip r:embed="rId6"/>
              <a:stretch>
                <a:fillRect/>
              </a:stretch>
            </a:blipFill>
          </p:spPr>
        </p:sp>
      </p:grpSp>
      <p:sp>
        <p:nvSpPr>
          <p:cNvPr id="27" name="テキスト ボックス 26">
            <a:extLst>
              <a:ext uri="{FF2B5EF4-FFF2-40B4-BE49-F238E27FC236}">
                <a16:creationId xmlns:a16="http://schemas.microsoft.com/office/drawing/2014/main" id="{23F03D6B-B99B-468A-9C63-C31953975E3E}"/>
              </a:ext>
            </a:extLst>
          </p:cNvPr>
          <p:cNvSpPr txBox="1"/>
          <p:nvPr/>
        </p:nvSpPr>
        <p:spPr>
          <a:xfrm>
            <a:off x="1028700" y="1788041"/>
            <a:ext cx="14188422" cy="3847207"/>
          </a:xfrm>
          <a:prstGeom prst="rect">
            <a:avLst/>
          </a:prstGeom>
          <a:noFill/>
        </p:spPr>
        <p:txBody>
          <a:bodyPr wrap="square">
            <a:spAutoFit/>
          </a:bodyPr>
          <a:lstStyle/>
          <a:p>
            <a:pPr lvl="0">
              <a:lnSpc>
                <a:spcPts val="4160"/>
              </a:lnSpc>
              <a:spcBef>
                <a:spcPct val="0"/>
              </a:spcBef>
            </a:pPr>
            <a:r>
              <a:rPr lang="ja-JP" altLang="en-US" sz="3200" b="1" dirty="0">
                <a:solidFill>
                  <a:srgbClr val="000000"/>
                </a:solidFill>
                <a:latin typeface="Courier Prime"/>
                <a:ea typeface="Courier Prime"/>
                <a:cs typeface="Courier Prime"/>
                <a:sym typeface="Courier Prime"/>
              </a:rPr>
              <a:t>未確認飛行物体</a:t>
            </a:r>
            <a:r>
              <a:rPr lang="en-US" altLang="ja-JP" sz="3200" b="1" dirty="0">
                <a:solidFill>
                  <a:srgbClr val="000000"/>
                </a:solidFill>
                <a:latin typeface="Courier Prime"/>
                <a:ea typeface="Courier Prime"/>
                <a:cs typeface="Courier Prime"/>
                <a:sym typeface="Courier Prime"/>
              </a:rPr>
              <a:t>(UFO)</a:t>
            </a:r>
            <a:r>
              <a:rPr lang="ja-JP" altLang="en-US" sz="3200" b="1" dirty="0">
                <a:solidFill>
                  <a:srgbClr val="000000"/>
                </a:solidFill>
                <a:latin typeface="Courier Prime"/>
                <a:ea typeface="Courier Prime"/>
                <a:cs typeface="Courier Prime"/>
                <a:sym typeface="Courier Prime"/>
              </a:rPr>
              <a:t>の目撃証言や公表された映像で特徴とされる動きには、物理的に既存の航空機とは異なる驚異的な特性が報告されている</a:t>
            </a:r>
            <a:endParaRPr kumimoji="0" lang="en-US" altLang="ja-JP" sz="3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ja-JP"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ja-JP"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ja-JP" b="1" dirty="0">
              <a:latin typeface="メイリオ" panose="020B0604030504040204" pitchFamily="50" charset="-128"/>
              <a:ea typeface="メイリオ" panose="020B0604030504040204" pitchFamily="50" charset="-128"/>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en-US" sz="4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Arial" panose="020B0604020202020204" pitchFamily="34" charset="0"/>
              </a:rPr>
              <a:t>急加速・超高速移動</a:t>
            </a:r>
            <a:endParaRPr kumimoji="0" lang="en-US" altLang="ja-JP" sz="4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en-US" sz="4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Arial" panose="020B0604020202020204" pitchFamily="34" charset="0"/>
              </a:rPr>
              <a:t>直角・急旋回</a:t>
            </a:r>
            <a:endParaRPr kumimoji="0" lang="en-US" altLang="ja-JP" sz="4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en-US" sz="4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Arial" panose="020B0604020202020204" pitchFamily="34" charset="0"/>
              </a:rPr>
              <a:t>不規則・曲がりくねった動き</a:t>
            </a:r>
            <a:endParaRPr kumimoji="0" lang="ja-JP" altLang="ja-JP" sz="4000" b="1"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Arial" panose="020B0604020202020204" pitchFamily="34" charset="0"/>
            </a:endParaRPr>
          </a:p>
        </p:txBody>
      </p:sp>
      <p:sp>
        <p:nvSpPr>
          <p:cNvPr id="5" name="TextBox 7">
            <a:extLst>
              <a:ext uri="{FF2B5EF4-FFF2-40B4-BE49-F238E27FC236}">
                <a16:creationId xmlns:a16="http://schemas.microsoft.com/office/drawing/2014/main" id="{5981E85E-6399-CE69-F251-A990D28F3AD6}"/>
              </a:ext>
            </a:extLst>
          </p:cNvPr>
          <p:cNvSpPr txBox="1"/>
          <p:nvPr/>
        </p:nvSpPr>
        <p:spPr>
          <a:xfrm>
            <a:off x="1100745" y="8868276"/>
            <a:ext cx="13982700" cy="1127232"/>
          </a:xfrm>
          <a:prstGeom prst="rect">
            <a:avLst/>
          </a:prstGeom>
        </p:spPr>
        <p:txBody>
          <a:bodyPr wrap="square" lIns="0" tIns="0" rIns="0" bIns="0" rtlCol="0" anchor="t">
            <a:spAutoFit/>
          </a:bodyPr>
          <a:lstStyle/>
          <a:p>
            <a:pPr>
              <a:lnSpc>
                <a:spcPts val="4160"/>
              </a:lnSpc>
              <a:spcBef>
                <a:spcPct val="0"/>
              </a:spcBef>
            </a:pPr>
            <a:r>
              <a:rPr lang="ja-JP" altLang="en-US" sz="4800" b="1" dirty="0">
                <a:solidFill>
                  <a:srgbClr val="000000"/>
                </a:solidFill>
                <a:highlight>
                  <a:srgbClr val="00FFFF"/>
                </a:highlight>
                <a:latin typeface="Courier Prime"/>
                <a:ea typeface="Courier Prime"/>
                <a:cs typeface="Courier Prime"/>
                <a:sym typeface="Courier Prime"/>
              </a:rPr>
              <a:t>超常的な存在になりきることができ、爽快感を</a:t>
            </a:r>
            <a:endParaRPr lang="en-US" altLang="ja-JP" sz="4800" b="1" dirty="0">
              <a:solidFill>
                <a:srgbClr val="000000"/>
              </a:solidFill>
              <a:highlight>
                <a:srgbClr val="00FFFF"/>
              </a:highlight>
              <a:latin typeface="Courier Prime"/>
              <a:ea typeface="Courier Prime"/>
              <a:cs typeface="Courier Prime"/>
              <a:sym typeface="Courier Prime"/>
            </a:endParaRPr>
          </a:p>
          <a:p>
            <a:pPr>
              <a:lnSpc>
                <a:spcPts val="4160"/>
              </a:lnSpc>
              <a:spcBef>
                <a:spcPct val="0"/>
              </a:spcBef>
            </a:pPr>
            <a:r>
              <a:rPr lang="ja-JP" altLang="en-US" sz="4800" b="1" dirty="0">
                <a:solidFill>
                  <a:srgbClr val="000000"/>
                </a:solidFill>
                <a:highlight>
                  <a:srgbClr val="00FFFF"/>
                </a:highlight>
                <a:latin typeface="Courier Prime"/>
                <a:ea typeface="Courier Prime"/>
                <a:cs typeface="Courier Prime"/>
                <a:sym typeface="Courier Prime"/>
              </a:rPr>
              <a:t>得る事ができる</a:t>
            </a:r>
            <a:endParaRPr lang="en-US" altLang="ja-JP" sz="4800" b="1" dirty="0">
              <a:solidFill>
                <a:srgbClr val="000000"/>
              </a:solidFill>
              <a:highlight>
                <a:srgbClr val="00FFFF"/>
              </a:highlight>
              <a:latin typeface="Courier Prime"/>
              <a:ea typeface="Courier Prime"/>
              <a:cs typeface="Courier Prime"/>
              <a:sym typeface="Courier Prime"/>
            </a:endParaRPr>
          </a:p>
        </p:txBody>
      </p:sp>
    </p:spTree>
    <p:extLst>
      <p:ext uri="{BB962C8B-B14F-4D97-AF65-F5344CB8AC3E}">
        <p14:creationId xmlns:p14="http://schemas.microsoft.com/office/powerpoint/2010/main" val="3710678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1814"/>
            <a:ext cx="18588976" cy="10288814"/>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dirty="0"/>
          </a:p>
        </p:txBody>
      </p:sp>
      <p:sp>
        <p:nvSpPr>
          <p:cNvPr id="4" name="TextBox 4"/>
          <p:cNvSpPr txBox="1"/>
          <p:nvPr/>
        </p:nvSpPr>
        <p:spPr>
          <a:xfrm>
            <a:off x="1028700" y="962025"/>
            <a:ext cx="13754100"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u="none" strike="noStrike" dirty="0">
                <a:solidFill>
                  <a:srgbClr val="D15D5A"/>
                </a:solidFill>
                <a:latin typeface="Carter One"/>
                <a:ea typeface="Carter One"/>
                <a:cs typeface="Carter One"/>
                <a:sym typeface="Carter One"/>
              </a:rPr>
              <a:t>人・動物を光線で引き上げる</a:t>
            </a:r>
            <a:endParaRPr lang="en-US" sz="8000" b="1" u="none" strike="noStrike" dirty="0">
              <a:solidFill>
                <a:srgbClr val="D15D5A"/>
              </a:solidFill>
              <a:latin typeface="Carter One"/>
              <a:ea typeface="Carter One"/>
              <a:cs typeface="Carter One"/>
              <a:sym typeface="Carter One"/>
            </a:endParaRPr>
          </a:p>
        </p:txBody>
      </p:sp>
      <p:sp>
        <p:nvSpPr>
          <p:cNvPr id="26" name="TextBox 7">
            <a:extLst>
              <a:ext uri="{FF2B5EF4-FFF2-40B4-BE49-F238E27FC236}">
                <a16:creationId xmlns:a16="http://schemas.microsoft.com/office/drawing/2014/main" id="{AB5691C7-213A-45ED-95F2-51F4EBDA255E}"/>
              </a:ext>
            </a:extLst>
          </p:cNvPr>
          <p:cNvSpPr txBox="1"/>
          <p:nvPr/>
        </p:nvSpPr>
        <p:spPr>
          <a:xfrm>
            <a:off x="987026" y="1891296"/>
            <a:ext cx="17072374" cy="2712281"/>
          </a:xfrm>
          <a:prstGeom prst="rect">
            <a:avLst/>
          </a:prstGeom>
        </p:spPr>
        <p:txBody>
          <a:bodyPr wrap="square" lIns="0" tIns="0" rIns="0" bIns="0" rtlCol="0" anchor="t">
            <a:spAutoFit/>
          </a:bodyPr>
          <a:lstStyle/>
          <a:p>
            <a:pPr marL="0" lvl="0" indent="0" algn="l">
              <a:lnSpc>
                <a:spcPts val="4160"/>
              </a:lnSpc>
              <a:spcBef>
                <a:spcPct val="0"/>
              </a:spcBef>
            </a:pPr>
            <a:r>
              <a:rPr lang="ja-JP" altLang="en-US" sz="3200" b="1" dirty="0">
                <a:solidFill>
                  <a:srgbClr val="000000"/>
                </a:solidFill>
                <a:latin typeface="Courier Prime"/>
                <a:ea typeface="Courier Prime"/>
                <a:cs typeface="Courier Prime"/>
                <a:sym typeface="Courier Prime"/>
              </a:rPr>
              <a:t>牛や人間が光線に吸い込まれて</a:t>
            </a:r>
            <a:r>
              <a:rPr lang="en-US" altLang="ja-JP" sz="3200" b="1" dirty="0">
                <a:solidFill>
                  <a:srgbClr val="C00000"/>
                </a:solidFill>
                <a:effectLst>
                  <a:glow>
                    <a:schemeClr val="tx2">
                      <a:lumMod val="60000"/>
                      <a:lumOff val="40000"/>
                      <a:alpha val="44000"/>
                    </a:schemeClr>
                  </a:glow>
                </a:effectLst>
                <a:latin typeface="Courier Prime"/>
                <a:ea typeface="Courier Prime"/>
                <a:cs typeface="Courier Prime"/>
                <a:sym typeface="Courier Prime"/>
              </a:rPr>
              <a:t>UFO</a:t>
            </a:r>
            <a:r>
              <a:rPr lang="ja-JP" altLang="en-US" sz="3200" b="1" dirty="0">
                <a:solidFill>
                  <a:srgbClr val="C00000"/>
                </a:solidFill>
                <a:effectLst>
                  <a:glow>
                    <a:schemeClr val="tx2">
                      <a:lumMod val="60000"/>
                      <a:lumOff val="40000"/>
                      <a:alpha val="44000"/>
                    </a:schemeClr>
                  </a:glow>
                </a:effectLst>
                <a:latin typeface="Courier Prime"/>
                <a:ea typeface="Courier Prime"/>
                <a:cs typeface="Courier Prime"/>
                <a:sym typeface="Courier Prime"/>
              </a:rPr>
              <a:t>に連れ去れる姿</a:t>
            </a:r>
            <a:r>
              <a:rPr lang="ja-JP" altLang="en-US" sz="3200" b="1" dirty="0">
                <a:solidFill>
                  <a:srgbClr val="000000"/>
                </a:solidFill>
                <a:latin typeface="Courier Prime"/>
                <a:ea typeface="Courier Prime"/>
                <a:cs typeface="Courier Prime"/>
                <a:sym typeface="Courier Prime"/>
              </a:rPr>
              <a:t>は誰もが一度も見たことがあるだろう。</a:t>
            </a:r>
            <a:endParaRPr lang="en-US" altLang="ja-JP"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endParaRPr lang="en-US"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endParaRPr lang="en-US"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r>
              <a:rPr lang="ja-JP" altLang="en-US" sz="4000" b="1" dirty="0">
                <a:solidFill>
                  <a:srgbClr val="000000"/>
                </a:solidFill>
                <a:latin typeface="メイリオ" panose="020B0604030504040204" pitchFamily="50" charset="-128"/>
                <a:ea typeface="メイリオ" panose="020B0604030504040204" pitchFamily="50" charset="-128"/>
                <a:cs typeface="Courier Prime"/>
                <a:sym typeface="Courier Prime"/>
              </a:rPr>
              <a:t>ステージをクリアするには、既定の人数、頭数、特定の人物</a:t>
            </a:r>
            <a:r>
              <a:rPr lang="en-US" altLang="ja-JP" sz="4000" b="1" dirty="0">
                <a:solidFill>
                  <a:srgbClr val="000000"/>
                </a:solidFill>
                <a:latin typeface="メイリオ" panose="020B0604030504040204" pitchFamily="50" charset="-128"/>
                <a:ea typeface="メイリオ" panose="020B0604030504040204" pitchFamily="50" charset="-128"/>
                <a:cs typeface="Courier Prime"/>
                <a:sym typeface="Courier Prime"/>
              </a:rPr>
              <a:t>(</a:t>
            </a:r>
            <a:r>
              <a:rPr lang="ja-JP" altLang="en-US" sz="4000" b="1" dirty="0">
                <a:solidFill>
                  <a:srgbClr val="000000"/>
                </a:solidFill>
                <a:latin typeface="メイリオ" panose="020B0604030504040204" pitchFamily="50" charset="-128"/>
                <a:ea typeface="メイリオ" panose="020B0604030504040204" pitchFamily="50" charset="-128"/>
                <a:cs typeface="Courier Prime"/>
                <a:sym typeface="Courier Prime"/>
              </a:rPr>
              <a:t>大統領など</a:t>
            </a:r>
            <a:r>
              <a:rPr lang="en-US" altLang="ja-JP" sz="4000" b="1" dirty="0">
                <a:solidFill>
                  <a:srgbClr val="000000"/>
                </a:solidFill>
                <a:latin typeface="メイリオ" panose="020B0604030504040204" pitchFamily="50" charset="-128"/>
                <a:ea typeface="メイリオ" panose="020B0604030504040204" pitchFamily="50" charset="-128"/>
                <a:cs typeface="Courier Prime"/>
                <a:sym typeface="Courier Prime"/>
              </a:rPr>
              <a:t>)</a:t>
            </a:r>
            <a:r>
              <a:rPr lang="ja-JP" altLang="en-US" sz="4000" b="1" dirty="0">
                <a:solidFill>
                  <a:srgbClr val="000000"/>
                </a:solidFill>
                <a:latin typeface="メイリオ" panose="020B0604030504040204" pitchFamily="50" charset="-128"/>
                <a:ea typeface="メイリオ" panose="020B0604030504040204" pitchFamily="50" charset="-128"/>
                <a:cs typeface="Courier Prime"/>
                <a:sym typeface="Courier Prime"/>
              </a:rPr>
              <a:t>を光線で吸い込み連れ去る必要がある</a:t>
            </a:r>
            <a:r>
              <a:rPr lang="ja-JP" altLang="en-US" sz="4000" b="1" dirty="0">
                <a:solidFill>
                  <a:srgbClr val="000000"/>
                </a:solidFill>
                <a:latin typeface="Courier Prime"/>
                <a:ea typeface="Courier Prime"/>
                <a:cs typeface="Courier Prime"/>
                <a:sym typeface="Courier Prime"/>
              </a:rPr>
              <a:t>。</a:t>
            </a:r>
            <a:endParaRPr lang="en-US" sz="4000" b="1" dirty="0">
              <a:solidFill>
                <a:srgbClr val="000000"/>
              </a:solidFill>
              <a:latin typeface="Courier Prime"/>
              <a:ea typeface="Courier Prime"/>
              <a:cs typeface="Courier Prime"/>
              <a:sym typeface="Courier Prime"/>
            </a:endParaRPr>
          </a:p>
        </p:txBody>
      </p:sp>
      <p:pic>
        <p:nvPicPr>
          <p:cNvPr id="6" name="グラフィックス 5" descr="男性 単色塗りつぶし">
            <a:extLst>
              <a:ext uri="{FF2B5EF4-FFF2-40B4-BE49-F238E27FC236}">
                <a16:creationId xmlns:a16="http://schemas.microsoft.com/office/drawing/2014/main" id="{55E689A8-D5AD-4ECB-B6FB-B1215F0583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0745" y="6984274"/>
            <a:ext cx="1440000" cy="1440000"/>
          </a:xfrm>
          <a:prstGeom prst="rect">
            <a:avLst/>
          </a:prstGeom>
        </p:spPr>
      </p:pic>
      <p:pic>
        <p:nvPicPr>
          <p:cNvPr id="8" name="グラフィックス 7" descr="男性のプロフィール 単色塗りつぶし">
            <a:extLst>
              <a:ext uri="{FF2B5EF4-FFF2-40B4-BE49-F238E27FC236}">
                <a16:creationId xmlns:a16="http://schemas.microsoft.com/office/drawing/2014/main" id="{BA93E2D9-E3A8-4935-A841-9B88DA5C45C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80026" y="5372100"/>
            <a:ext cx="1440000" cy="1440000"/>
          </a:xfrm>
          <a:prstGeom prst="rect">
            <a:avLst/>
          </a:prstGeom>
        </p:spPr>
      </p:pic>
      <p:pic>
        <p:nvPicPr>
          <p:cNvPr id="12" name="グラフィックス 11" descr="雌牛 単色塗りつぶし">
            <a:extLst>
              <a:ext uri="{FF2B5EF4-FFF2-40B4-BE49-F238E27FC236}">
                <a16:creationId xmlns:a16="http://schemas.microsoft.com/office/drawing/2014/main" id="{D422F785-3075-4D79-BBA1-42DB409631A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43490" y="5375366"/>
            <a:ext cx="1440000" cy="1440000"/>
          </a:xfrm>
          <a:prstGeom prst="rect">
            <a:avLst/>
          </a:prstGeom>
        </p:spPr>
      </p:pic>
      <p:sp>
        <p:nvSpPr>
          <p:cNvPr id="36" name="TextBox 7">
            <a:extLst>
              <a:ext uri="{FF2B5EF4-FFF2-40B4-BE49-F238E27FC236}">
                <a16:creationId xmlns:a16="http://schemas.microsoft.com/office/drawing/2014/main" id="{5F87EB77-E845-46D3-8F82-41ED41385840}"/>
              </a:ext>
            </a:extLst>
          </p:cNvPr>
          <p:cNvSpPr txBox="1"/>
          <p:nvPr/>
        </p:nvSpPr>
        <p:spPr>
          <a:xfrm>
            <a:off x="2910304" y="5989356"/>
            <a:ext cx="2818149" cy="611706"/>
          </a:xfrm>
          <a:prstGeom prst="rect">
            <a:avLst/>
          </a:prstGeom>
        </p:spPr>
        <p:txBody>
          <a:bodyPr wrap="square" lIns="0" tIns="0" rIns="0" bIns="0" rtlCol="0" anchor="t">
            <a:spAutoFit/>
          </a:bodyPr>
          <a:lstStyle/>
          <a:p>
            <a:pPr marL="0" lvl="0" indent="0" algn="l">
              <a:lnSpc>
                <a:spcPts val="4160"/>
              </a:lnSpc>
              <a:spcBef>
                <a:spcPct val="0"/>
              </a:spcBef>
            </a:pPr>
            <a:r>
              <a:rPr lang="ja-JP" altLang="en-US" sz="5400" b="1" dirty="0">
                <a:solidFill>
                  <a:srgbClr val="000000"/>
                </a:solidFill>
                <a:latin typeface="メイリオ" panose="020B0604030504040204" pitchFamily="50" charset="-128"/>
                <a:ea typeface="メイリオ" panose="020B0604030504040204" pitchFamily="50" charset="-128"/>
                <a:cs typeface="Courier Prime"/>
                <a:sym typeface="Courier Prime"/>
              </a:rPr>
              <a:t>１</a:t>
            </a:r>
            <a:r>
              <a:rPr lang="en-US" altLang="ja-JP" sz="5400" b="1" dirty="0">
                <a:solidFill>
                  <a:srgbClr val="000000"/>
                </a:solidFill>
                <a:latin typeface="メイリオ" panose="020B0604030504040204" pitchFamily="50" charset="-128"/>
                <a:ea typeface="メイリオ" panose="020B0604030504040204" pitchFamily="50" charset="-128"/>
                <a:cs typeface="Courier Prime"/>
                <a:sym typeface="Courier Prime"/>
              </a:rPr>
              <a:t>/</a:t>
            </a:r>
            <a:r>
              <a:rPr lang="ja-JP" altLang="en-US" sz="5400" b="1" dirty="0">
                <a:solidFill>
                  <a:srgbClr val="000000"/>
                </a:solidFill>
                <a:latin typeface="メイリオ" panose="020B0604030504040204" pitchFamily="50" charset="-128"/>
                <a:ea typeface="メイリオ" panose="020B0604030504040204" pitchFamily="50" charset="-128"/>
                <a:cs typeface="Courier Prime"/>
                <a:sym typeface="Courier Prime"/>
              </a:rPr>
              <a:t>３０</a:t>
            </a:r>
            <a:endParaRPr lang="en-US" sz="5400" b="1" dirty="0">
              <a:solidFill>
                <a:srgbClr val="000000"/>
              </a:solidFill>
              <a:latin typeface="メイリオ" panose="020B0604030504040204" pitchFamily="50" charset="-128"/>
              <a:ea typeface="メイリオ" panose="020B0604030504040204" pitchFamily="50" charset="-128"/>
              <a:cs typeface="Courier Prime"/>
              <a:sym typeface="Courier Prime"/>
            </a:endParaRPr>
          </a:p>
        </p:txBody>
      </p:sp>
      <p:sp>
        <p:nvSpPr>
          <p:cNvPr id="38" name="TextBox 7">
            <a:extLst>
              <a:ext uri="{FF2B5EF4-FFF2-40B4-BE49-F238E27FC236}">
                <a16:creationId xmlns:a16="http://schemas.microsoft.com/office/drawing/2014/main" id="{8404F32A-5DF7-4AC0-B30F-7CAE9626204A}"/>
              </a:ext>
            </a:extLst>
          </p:cNvPr>
          <p:cNvSpPr txBox="1"/>
          <p:nvPr/>
        </p:nvSpPr>
        <p:spPr>
          <a:xfrm>
            <a:off x="2946641" y="7704274"/>
            <a:ext cx="2513348" cy="611706"/>
          </a:xfrm>
          <a:prstGeom prst="rect">
            <a:avLst/>
          </a:prstGeom>
        </p:spPr>
        <p:txBody>
          <a:bodyPr wrap="square" lIns="0" tIns="0" rIns="0" bIns="0" rtlCol="0" anchor="t">
            <a:spAutoFit/>
          </a:bodyPr>
          <a:lstStyle/>
          <a:p>
            <a:pPr marL="0" lvl="0" indent="0" algn="l">
              <a:lnSpc>
                <a:spcPts val="4160"/>
              </a:lnSpc>
              <a:spcBef>
                <a:spcPct val="0"/>
              </a:spcBef>
            </a:pPr>
            <a:r>
              <a:rPr lang="ja-JP" altLang="en-US" sz="5400" b="1" dirty="0">
                <a:solidFill>
                  <a:srgbClr val="000000"/>
                </a:solidFill>
                <a:latin typeface="メイリオ" panose="020B0604030504040204" pitchFamily="50" charset="-128"/>
                <a:ea typeface="メイリオ" panose="020B0604030504040204" pitchFamily="50" charset="-128"/>
                <a:cs typeface="Courier Prime"/>
                <a:sym typeface="Courier Prime"/>
              </a:rPr>
              <a:t>８</a:t>
            </a:r>
            <a:r>
              <a:rPr lang="en-US" altLang="ja-JP" sz="5400" b="1" dirty="0">
                <a:solidFill>
                  <a:srgbClr val="000000"/>
                </a:solidFill>
                <a:latin typeface="メイリオ" panose="020B0604030504040204" pitchFamily="50" charset="-128"/>
                <a:ea typeface="メイリオ" panose="020B0604030504040204" pitchFamily="50" charset="-128"/>
                <a:cs typeface="Courier Prime"/>
                <a:sym typeface="Courier Prime"/>
              </a:rPr>
              <a:t>/</a:t>
            </a:r>
            <a:r>
              <a:rPr lang="ja-JP" altLang="en-US" sz="5400" b="1" dirty="0">
                <a:solidFill>
                  <a:srgbClr val="000000"/>
                </a:solidFill>
                <a:latin typeface="メイリオ" panose="020B0604030504040204" pitchFamily="50" charset="-128"/>
                <a:ea typeface="メイリオ" panose="020B0604030504040204" pitchFamily="50" charset="-128"/>
                <a:cs typeface="Courier Prime"/>
                <a:sym typeface="Courier Prime"/>
              </a:rPr>
              <a:t>３０</a:t>
            </a:r>
            <a:endParaRPr lang="en-US" sz="5400" b="1" dirty="0">
              <a:solidFill>
                <a:srgbClr val="000000"/>
              </a:solidFill>
              <a:latin typeface="メイリオ" panose="020B0604030504040204" pitchFamily="50" charset="-128"/>
              <a:ea typeface="メイリオ" panose="020B0604030504040204" pitchFamily="50" charset="-128"/>
              <a:cs typeface="Courier Prime"/>
              <a:sym typeface="Courier Prime"/>
            </a:endParaRPr>
          </a:p>
        </p:txBody>
      </p:sp>
      <p:sp>
        <p:nvSpPr>
          <p:cNvPr id="39" name="TextBox 7">
            <a:extLst>
              <a:ext uri="{FF2B5EF4-FFF2-40B4-BE49-F238E27FC236}">
                <a16:creationId xmlns:a16="http://schemas.microsoft.com/office/drawing/2014/main" id="{BBB48E61-D196-4BA6-823D-0F100E34C022}"/>
              </a:ext>
            </a:extLst>
          </p:cNvPr>
          <p:cNvSpPr txBox="1"/>
          <p:nvPr/>
        </p:nvSpPr>
        <p:spPr>
          <a:xfrm>
            <a:off x="8120026" y="5977710"/>
            <a:ext cx="2818149" cy="611706"/>
          </a:xfrm>
          <a:prstGeom prst="rect">
            <a:avLst/>
          </a:prstGeom>
        </p:spPr>
        <p:txBody>
          <a:bodyPr wrap="square" lIns="0" tIns="0" rIns="0" bIns="0" rtlCol="0" anchor="t">
            <a:spAutoFit/>
          </a:bodyPr>
          <a:lstStyle/>
          <a:p>
            <a:pPr marL="0" lvl="0" indent="0" algn="l">
              <a:lnSpc>
                <a:spcPts val="4160"/>
              </a:lnSpc>
              <a:spcBef>
                <a:spcPct val="0"/>
              </a:spcBef>
            </a:pPr>
            <a:r>
              <a:rPr lang="ja-JP" altLang="en-US" sz="5400" b="1" dirty="0">
                <a:solidFill>
                  <a:srgbClr val="000000"/>
                </a:solidFill>
                <a:latin typeface="メイリオ" panose="020B0604030504040204" pitchFamily="50" charset="-128"/>
                <a:ea typeface="メイリオ" panose="020B0604030504040204" pitchFamily="50" charset="-128"/>
                <a:cs typeface="Courier Prime"/>
                <a:sym typeface="Courier Prime"/>
              </a:rPr>
              <a:t>１</a:t>
            </a:r>
            <a:r>
              <a:rPr lang="en-US" altLang="ja-JP" sz="5400" b="1" dirty="0">
                <a:solidFill>
                  <a:srgbClr val="000000"/>
                </a:solidFill>
                <a:latin typeface="メイリオ" panose="020B0604030504040204" pitchFamily="50" charset="-128"/>
                <a:ea typeface="メイリオ" panose="020B0604030504040204" pitchFamily="50" charset="-128"/>
                <a:cs typeface="Courier Prime"/>
                <a:sym typeface="Courier Prime"/>
              </a:rPr>
              <a:t>/</a:t>
            </a:r>
            <a:r>
              <a:rPr lang="ja-JP" altLang="en-US" sz="5400" b="1" dirty="0">
                <a:solidFill>
                  <a:srgbClr val="000000"/>
                </a:solidFill>
                <a:latin typeface="メイリオ" panose="020B0604030504040204" pitchFamily="50" charset="-128"/>
                <a:ea typeface="メイリオ" panose="020B0604030504040204" pitchFamily="50" charset="-128"/>
                <a:cs typeface="Courier Prime"/>
                <a:sym typeface="Courier Prime"/>
              </a:rPr>
              <a:t>１</a:t>
            </a:r>
            <a:endParaRPr lang="en-US" sz="5400" b="1" dirty="0">
              <a:solidFill>
                <a:srgbClr val="000000"/>
              </a:solidFill>
              <a:latin typeface="メイリオ" panose="020B0604030504040204" pitchFamily="50" charset="-128"/>
              <a:ea typeface="メイリオ" panose="020B0604030504040204" pitchFamily="50" charset="-128"/>
              <a:cs typeface="Courier Prime"/>
              <a:sym typeface="Courier Prime"/>
            </a:endParaRPr>
          </a:p>
        </p:txBody>
      </p:sp>
      <mc:AlternateContent xmlns:mc="http://schemas.openxmlformats.org/markup-compatibility/2006" xmlns:p14="http://schemas.microsoft.com/office/powerpoint/2010/main">
        <mc:Choice Requires="p14">
          <p:contentPart p14:bwMode="auto" r:id="rId10">
            <p14:nvContentPartPr>
              <p14:cNvPr id="34" name="インク 33">
                <a:extLst>
                  <a:ext uri="{FF2B5EF4-FFF2-40B4-BE49-F238E27FC236}">
                    <a16:creationId xmlns:a16="http://schemas.microsoft.com/office/drawing/2014/main" id="{09AE4E13-C70B-4CB1-8266-4503F0184F6C}"/>
                  </a:ext>
                </a:extLst>
              </p14:cNvPr>
              <p14:cNvContentPartPr/>
              <p14:nvPr/>
            </p14:nvContentPartPr>
            <p14:xfrm>
              <a:off x="1264800" y="6362700"/>
              <a:ext cx="3932640" cy="16200"/>
            </p14:xfrm>
          </p:contentPart>
        </mc:Choice>
        <mc:Fallback xmlns="">
          <p:pic>
            <p:nvPicPr>
              <p:cNvPr id="34" name="インク 33">
                <a:extLst>
                  <a:ext uri="{FF2B5EF4-FFF2-40B4-BE49-F238E27FC236}">
                    <a16:creationId xmlns:a16="http://schemas.microsoft.com/office/drawing/2014/main" id="{09AE4E13-C70B-4CB1-8266-4503F0184F6C}"/>
                  </a:ext>
                </a:extLst>
              </p:cNvPr>
              <p:cNvPicPr/>
              <p:nvPr/>
            </p:nvPicPr>
            <p:blipFill>
              <a:blip r:embed="rId11"/>
              <a:stretch>
                <a:fillRect/>
              </a:stretch>
            </p:blipFill>
            <p:spPr>
              <a:xfrm>
                <a:off x="1210800" y="6254700"/>
                <a:ext cx="40402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1" name="インク 40">
                <a:extLst>
                  <a:ext uri="{FF2B5EF4-FFF2-40B4-BE49-F238E27FC236}">
                    <a16:creationId xmlns:a16="http://schemas.microsoft.com/office/drawing/2014/main" id="{044ACDD6-3487-438D-9010-D7E1BCA51327}"/>
                  </a:ext>
                </a:extLst>
              </p14:cNvPr>
              <p14:cNvContentPartPr/>
              <p14:nvPr/>
            </p14:nvContentPartPr>
            <p14:xfrm>
              <a:off x="1386840" y="8312460"/>
              <a:ext cx="3908880" cy="32400"/>
            </p14:xfrm>
          </p:contentPart>
        </mc:Choice>
        <mc:Fallback xmlns="">
          <p:pic>
            <p:nvPicPr>
              <p:cNvPr id="41" name="インク 40">
                <a:extLst>
                  <a:ext uri="{FF2B5EF4-FFF2-40B4-BE49-F238E27FC236}">
                    <a16:creationId xmlns:a16="http://schemas.microsoft.com/office/drawing/2014/main" id="{044ACDD6-3487-438D-9010-D7E1BCA51327}"/>
                  </a:ext>
                </a:extLst>
              </p:cNvPr>
              <p:cNvPicPr/>
              <p:nvPr/>
            </p:nvPicPr>
            <p:blipFill>
              <a:blip r:embed="rId13"/>
              <a:stretch>
                <a:fillRect/>
              </a:stretch>
            </p:blipFill>
            <p:spPr>
              <a:xfrm>
                <a:off x="1332840" y="8204820"/>
                <a:ext cx="40165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9" name="インク 48">
                <a:extLst>
                  <a:ext uri="{FF2B5EF4-FFF2-40B4-BE49-F238E27FC236}">
                    <a16:creationId xmlns:a16="http://schemas.microsoft.com/office/drawing/2014/main" id="{86257AED-7E58-44CB-A48F-075A977E2EE9}"/>
                  </a:ext>
                </a:extLst>
              </p14:cNvPr>
              <p14:cNvContentPartPr/>
              <p14:nvPr/>
            </p14:nvContentPartPr>
            <p14:xfrm>
              <a:off x="6629160" y="6514260"/>
              <a:ext cx="3449160" cy="62640"/>
            </p14:xfrm>
          </p:contentPart>
        </mc:Choice>
        <mc:Fallback xmlns="">
          <p:pic>
            <p:nvPicPr>
              <p:cNvPr id="49" name="インク 48">
                <a:extLst>
                  <a:ext uri="{FF2B5EF4-FFF2-40B4-BE49-F238E27FC236}">
                    <a16:creationId xmlns:a16="http://schemas.microsoft.com/office/drawing/2014/main" id="{86257AED-7E58-44CB-A48F-075A977E2EE9}"/>
                  </a:ext>
                </a:extLst>
              </p:cNvPr>
              <p:cNvPicPr/>
              <p:nvPr/>
            </p:nvPicPr>
            <p:blipFill>
              <a:blip r:embed="rId15"/>
              <a:stretch>
                <a:fillRect/>
              </a:stretch>
            </p:blipFill>
            <p:spPr>
              <a:xfrm>
                <a:off x="6575520" y="6406260"/>
                <a:ext cx="3556800" cy="278280"/>
              </a:xfrm>
              <a:prstGeom prst="rect">
                <a:avLst/>
              </a:prstGeom>
            </p:spPr>
          </p:pic>
        </mc:Fallback>
      </mc:AlternateContent>
      <p:sp>
        <p:nvSpPr>
          <p:cNvPr id="52" name="Freeform 2">
            <a:extLst>
              <a:ext uri="{FF2B5EF4-FFF2-40B4-BE49-F238E27FC236}">
                <a16:creationId xmlns:a16="http://schemas.microsoft.com/office/drawing/2014/main" id="{0358E273-6336-4230-AAAF-4F5E2DB8520F}"/>
              </a:ext>
            </a:extLst>
          </p:cNvPr>
          <p:cNvSpPr/>
          <p:nvPr/>
        </p:nvSpPr>
        <p:spPr>
          <a:xfrm rot="-380650">
            <a:off x="11971627" y="6234565"/>
            <a:ext cx="6638967" cy="3720588"/>
          </a:xfrm>
          <a:custGeom>
            <a:avLst/>
            <a:gdLst/>
            <a:ahLst/>
            <a:cxnLst/>
            <a:rect l="l" t="t" r="r" b="b"/>
            <a:pathLst>
              <a:path w="10556297" h="5915925">
                <a:moveTo>
                  <a:pt x="0" y="0"/>
                </a:moveTo>
                <a:lnTo>
                  <a:pt x="10556298" y="0"/>
                </a:lnTo>
                <a:lnTo>
                  <a:pt x="10556298" y="5915925"/>
                </a:lnTo>
                <a:lnTo>
                  <a:pt x="0" y="5915925"/>
                </a:lnTo>
                <a:lnTo>
                  <a:pt x="0" y="0"/>
                </a:lnTo>
                <a:close/>
              </a:path>
            </a:pathLst>
          </a:custGeom>
          <a:blipFill>
            <a:blip r:embed="rId16"/>
            <a:stretch>
              <a:fillRect/>
            </a:stretch>
          </a:blipFill>
          <a:ln w="142875" cap="sq">
            <a:solidFill>
              <a:srgbClr val="FAFAFA"/>
            </a:solidFill>
            <a:prstDash val="solid"/>
            <a:miter/>
          </a:ln>
        </p:spPr>
      </p:sp>
      <p:sp>
        <p:nvSpPr>
          <p:cNvPr id="51" name="TextBox 7">
            <a:extLst>
              <a:ext uri="{FF2B5EF4-FFF2-40B4-BE49-F238E27FC236}">
                <a16:creationId xmlns:a16="http://schemas.microsoft.com/office/drawing/2014/main" id="{1855796A-74F4-414B-887A-F1B636A125D3}"/>
              </a:ext>
            </a:extLst>
          </p:cNvPr>
          <p:cNvSpPr txBox="1"/>
          <p:nvPr/>
        </p:nvSpPr>
        <p:spPr>
          <a:xfrm>
            <a:off x="1100745" y="8868276"/>
            <a:ext cx="13982700" cy="1127232"/>
          </a:xfrm>
          <a:prstGeom prst="rect">
            <a:avLst/>
          </a:prstGeom>
        </p:spPr>
        <p:txBody>
          <a:bodyPr wrap="square" lIns="0" tIns="0" rIns="0" bIns="0" rtlCol="0" anchor="t">
            <a:spAutoFit/>
          </a:bodyPr>
          <a:lstStyle/>
          <a:p>
            <a:pPr>
              <a:lnSpc>
                <a:spcPts val="4160"/>
              </a:lnSpc>
              <a:spcBef>
                <a:spcPct val="0"/>
              </a:spcBef>
            </a:pPr>
            <a:r>
              <a:rPr lang="ja-JP" altLang="en-US" sz="4800" b="1" dirty="0">
                <a:solidFill>
                  <a:srgbClr val="000000"/>
                </a:solidFill>
                <a:highlight>
                  <a:srgbClr val="00FFFF"/>
                </a:highlight>
                <a:latin typeface="Courier Prime"/>
                <a:ea typeface="Courier Prime"/>
                <a:cs typeface="Courier Prime"/>
                <a:sym typeface="Courier Prime"/>
              </a:rPr>
              <a:t>超常的な存在になりきることができ、</a:t>
            </a:r>
            <a:endParaRPr lang="en-US" altLang="ja-JP" sz="4800" b="1" dirty="0">
              <a:solidFill>
                <a:srgbClr val="000000"/>
              </a:solidFill>
              <a:highlight>
                <a:srgbClr val="00FFFF"/>
              </a:highlight>
              <a:latin typeface="Courier Prime"/>
              <a:ea typeface="Courier Prime"/>
              <a:cs typeface="Courier Prime"/>
              <a:sym typeface="Courier Prime"/>
            </a:endParaRPr>
          </a:p>
          <a:p>
            <a:pPr>
              <a:lnSpc>
                <a:spcPts val="4160"/>
              </a:lnSpc>
              <a:spcBef>
                <a:spcPct val="0"/>
              </a:spcBef>
            </a:pPr>
            <a:r>
              <a:rPr lang="ja-JP" altLang="en-US" sz="4800" b="1" dirty="0">
                <a:solidFill>
                  <a:srgbClr val="000000"/>
                </a:solidFill>
                <a:highlight>
                  <a:srgbClr val="00FFFF"/>
                </a:highlight>
                <a:latin typeface="Courier Prime"/>
                <a:ea typeface="Courier Prime"/>
                <a:cs typeface="Courier Prime"/>
                <a:sym typeface="Courier Prime"/>
              </a:rPr>
              <a:t>支配感を得ることができる</a:t>
            </a:r>
            <a:endParaRPr lang="en-US" altLang="ja-JP" sz="4800" b="1" u="none" strike="noStrike" dirty="0">
              <a:solidFill>
                <a:srgbClr val="000000"/>
              </a:solidFill>
              <a:highlight>
                <a:srgbClr val="00FFFF"/>
              </a:highlight>
              <a:latin typeface="Courier Prime"/>
              <a:ea typeface="Courier Prime"/>
              <a:cs typeface="Courier Prime"/>
              <a:sym typeface="Courier Prime"/>
            </a:endParaRPr>
          </a:p>
        </p:txBody>
      </p:sp>
      <p:sp>
        <p:nvSpPr>
          <p:cNvPr id="25" name="Freeform 7">
            <a:extLst>
              <a:ext uri="{FF2B5EF4-FFF2-40B4-BE49-F238E27FC236}">
                <a16:creationId xmlns:a16="http://schemas.microsoft.com/office/drawing/2014/main" id="{31D7A4FD-064F-48B4-B311-C00F002819AD}"/>
              </a:ext>
            </a:extLst>
          </p:cNvPr>
          <p:cNvSpPr/>
          <p:nvPr/>
        </p:nvSpPr>
        <p:spPr>
          <a:xfrm rot="5122821">
            <a:off x="11133830" y="5221275"/>
            <a:ext cx="2549297" cy="3181650"/>
          </a:xfrm>
          <a:custGeom>
            <a:avLst/>
            <a:gdLst/>
            <a:ahLst/>
            <a:cxnLst/>
            <a:rect l="l" t="t" r="r" b="b"/>
            <a:pathLst>
              <a:path w="2549297" h="3181650">
                <a:moveTo>
                  <a:pt x="0" y="0"/>
                </a:moveTo>
                <a:lnTo>
                  <a:pt x="2549297" y="0"/>
                </a:lnTo>
                <a:lnTo>
                  <a:pt x="2549297" y="3181650"/>
                </a:lnTo>
                <a:lnTo>
                  <a:pt x="0" y="3181650"/>
                </a:lnTo>
                <a:lnTo>
                  <a:pt x="0" y="0"/>
                </a:lnTo>
                <a:close/>
              </a:path>
            </a:pathLst>
          </a:custGeom>
          <a:blipFill>
            <a:blip r:embed="rId17"/>
            <a:stretch>
              <a:fillRect/>
            </a:stretch>
          </a:blipFill>
        </p:spPr>
      </p:sp>
    </p:spTree>
    <p:extLst>
      <p:ext uri="{BB962C8B-B14F-4D97-AF65-F5344CB8AC3E}">
        <p14:creationId xmlns:p14="http://schemas.microsoft.com/office/powerpoint/2010/main" val="2360903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7929814">
            <a:off x="12314848" y="-2860899"/>
            <a:ext cx="5249868" cy="6885073"/>
          </a:xfrm>
          <a:custGeom>
            <a:avLst/>
            <a:gdLst/>
            <a:ahLst/>
            <a:cxnLst/>
            <a:rect l="l" t="t" r="r" b="b"/>
            <a:pathLst>
              <a:path w="5249868" h="6885073">
                <a:moveTo>
                  <a:pt x="0" y="0"/>
                </a:moveTo>
                <a:lnTo>
                  <a:pt x="5249869" y="0"/>
                </a:lnTo>
                <a:lnTo>
                  <a:pt x="5249869" y="6885073"/>
                </a:lnTo>
                <a:lnTo>
                  <a:pt x="0" y="6885073"/>
                </a:lnTo>
                <a:lnTo>
                  <a:pt x="0" y="0"/>
                </a:lnTo>
                <a:close/>
              </a:path>
            </a:pathLst>
          </a:custGeom>
          <a:blipFill>
            <a:blip r:embed="rId2">
              <a:alphaModFix amt="35000"/>
            </a:blip>
            <a:stretch>
              <a:fillRect/>
            </a:stretch>
          </a:blipFill>
        </p:spPr>
      </p:sp>
      <p:sp>
        <p:nvSpPr>
          <p:cNvPr id="3" name="Freeform 3"/>
          <p:cNvSpPr/>
          <p:nvPr/>
        </p:nvSpPr>
        <p:spPr>
          <a:xfrm>
            <a:off x="0" y="-10020300"/>
            <a:ext cx="36961487" cy="20457817"/>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3">
              <a:alphaModFix amt="8999"/>
            </a:blip>
            <a:stretch>
              <a:fillRect t="-8879" b="-8879"/>
            </a:stretch>
          </a:blipFill>
        </p:spPr>
        <p:txBody>
          <a:bodyPr/>
          <a:lstStyle/>
          <a:p>
            <a:endParaRPr lang="ja-JP" altLang="en-US" dirty="0"/>
          </a:p>
        </p:txBody>
      </p:sp>
      <p:sp>
        <p:nvSpPr>
          <p:cNvPr id="4" name="TextBox 4"/>
          <p:cNvSpPr txBox="1"/>
          <p:nvPr/>
        </p:nvSpPr>
        <p:spPr>
          <a:xfrm>
            <a:off x="1028700" y="962025"/>
            <a:ext cx="13754100" cy="765979"/>
          </a:xfrm>
          <a:prstGeom prst="rect">
            <a:avLst/>
          </a:prstGeom>
        </p:spPr>
        <p:txBody>
          <a:bodyPr wrap="square" lIns="0" tIns="0" rIns="0" bIns="0" rtlCol="0" anchor="t">
            <a:spAutoFit/>
          </a:bodyPr>
          <a:lstStyle/>
          <a:p>
            <a:pPr marL="0" lvl="0" indent="0" algn="l">
              <a:lnSpc>
                <a:spcPts val="4759"/>
              </a:lnSpc>
              <a:spcBef>
                <a:spcPct val="0"/>
              </a:spcBef>
            </a:pPr>
            <a:r>
              <a:rPr lang="ja-JP" altLang="en-US" sz="8000" b="1" u="none" strike="noStrike" dirty="0">
                <a:solidFill>
                  <a:srgbClr val="D15D5A"/>
                </a:solidFill>
                <a:latin typeface="Carter One"/>
                <a:ea typeface="Carter One"/>
                <a:cs typeface="Carter One"/>
                <a:sym typeface="Carter One"/>
              </a:rPr>
              <a:t>改造した人間を送り出す</a:t>
            </a:r>
            <a:endParaRPr lang="en-US" sz="8000" b="1" u="none" strike="noStrike" dirty="0">
              <a:solidFill>
                <a:srgbClr val="D15D5A"/>
              </a:solidFill>
              <a:latin typeface="Carter One"/>
              <a:ea typeface="Carter One"/>
              <a:cs typeface="Carter One"/>
              <a:sym typeface="Carter One"/>
            </a:endParaRPr>
          </a:p>
        </p:txBody>
      </p:sp>
      <p:sp>
        <p:nvSpPr>
          <p:cNvPr id="19" name="Freeform 7">
            <a:extLst>
              <a:ext uri="{FF2B5EF4-FFF2-40B4-BE49-F238E27FC236}">
                <a16:creationId xmlns:a16="http://schemas.microsoft.com/office/drawing/2014/main" id="{E2BA76F7-3BB4-4F66-877D-714B61FFA476}"/>
              </a:ext>
            </a:extLst>
          </p:cNvPr>
          <p:cNvSpPr/>
          <p:nvPr/>
        </p:nvSpPr>
        <p:spPr>
          <a:xfrm rot="-452094">
            <a:off x="6497298" y="5010908"/>
            <a:ext cx="2422399" cy="3580587"/>
          </a:xfrm>
          <a:custGeom>
            <a:avLst/>
            <a:gdLst/>
            <a:ahLst/>
            <a:cxnLst/>
            <a:rect l="l" t="t" r="r" b="b"/>
            <a:pathLst>
              <a:path w="8882776" h="5921851">
                <a:moveTo>
                  <a:pt x="0" y="0"/>
                </a:moveTo>
                <a:lnTo>
                  <a:pt x="8882776" y="0"/>
                </a:lnTo>
                <a:lnTo>
                  <a:pt x="8882776" y="5921851"/>
                </a:lnTo>
                <a:lnTo>
                  <a:pt x="0" y="5921851"/>
                </a:lnTo>
                <a:lnTo>
                  <a:pt x="0" y="0"/>
                </a:lnTo>
                <a:close/>
              </a:path>
            </a:pathLst>
          </a:custGeom>
          <a:blipFill>
            <a:blip r:embed="rId4"/>
            <a:stretch>
              <a:fillRect l="-66665" r="-55052"/>
            </a:stretch>
          </a:blipFill>
          <a:ln w="123825" cap="sq">
            <a:solidFill>
              <a:srgbClr val="FAFAFA"/>
            </a:solidFill>
            <a:prstDash val="solid"/>
            <a:miter/>
          </a:ln>
        </p:spPr>
        <p:txBody>
          <a:bodyPr/>
          <a:lstStyle/>
          <a:p>
            <a:endParaRPr lang="ja-JP" altLang="en-US" dirty="0"/>
          </a:p>
        </p:txBody>
      </p:sp>
      <p:sp>
        <p:nvSpPr>
          <p:cNvPr id="26" name="TextBox 7">
            <a:extLst>
              <a:ext uri="{FF2B5EF4-FFF2-40B4-BE49-F238E27FC236}">
                <a16:creationId xmlns:a16="http://schemas.microsoft.com/office/drawing/2014/main" id="{AB5691C7-213A-45ED-95F2-51F4EBDA255E}"/>
              </a:ext>
            </a:extLst>
          </p:cNvPr>
          <p:cNvSpPr txBox="1"/>
          <p:nvPr/>
        </p:nvSpPr>
        <p:spPr>
          <a:xfrm>
            <a:off x="946033" y="1813360"/>
            <a:ext cx="17341967" cy="3250890"/>
          </a:xfrm>
          <a:prstGeom prst="rect">
            <a:avLst/>
          </a:prstGeom>
        </p:spPr>
        <p:txBody>
          <a:bodyPr wrap="square" lIns="0" tIns="0" rIns="0" bIns="0" rtlCol="0" anchor="t">
            <a:spAutoFit/>
          </a:bodyPr>
          <a:lstStyle/>
          <a:p>
            <a:pPr>
              <a:lnSpc>
                <a:spcPts val="4160"/>
              </a:lnSpc>
              <a:spcBef>
                <a:spcPct val="0"/>
              </a:spcBef>
            </a:pPr>
            <a:r>
              <a:rPr lang="ja-JP" altLang="en-US" sz="2400" b="1" dirty="0">
                <a:solidFill>
                  <a:srgbClr val="000000"/>
                </a:solidFill>
                <a:latin typeface="Courier Prime"/>
                <a:ea typeface="Courier Prime"/>
                <a:cs typeface="Courier Prime"/>
                <a:sym typeface="Courier Prime"/>
              </a:rPr>
              <a:t>宇宙人にアブダクション（拉致）された人は、鼻の奥や腕、脚などに謎の微小な金属片やチップを埋め込まれて返されるといわれている。これは</a:t>
            </a:r>
            <a:r>
              <a:rPr lang="ja-JP" altLang="en-US" sz="2400" b="1" dirty="0">
                <a:solidFill>
                  <a:srgbClr val="C00000"/>
                </a:solidFill>
                <a:latin typeface="Courier Prime"/>
                <a:ea typeface="Courier Prime"/>
                <a:cs typeface="Courier Prime"/>
                <a:sym typeface="Courier Prime"/>
              </a:rPr>
              <a:t>人間の行動を監視・追跡したり、脳をコントロール</a:t>
            </a:r>
            <a:r>
              <a:rPr lang="ja-JP" altLang="en-US" sz="2400" b="1" dirty="0">
                <a:solidFill>
                  <a:srgbClr val="000000"/>
                </a:solidFill>
                <a:latin typeface="Courier Prime"/>
                <a:ea typeface="Courier Prime"/>
                <a:cs typeface="Courier Prime"/>
                <a:sym typeface="Courier Prime"/>
              </a:rPr>
              <a:t>したりするための「改造」の一種と噂されている。</a:t>
            </a:r>
            <a:endParaRPr lang="en-US" altLang="ja-JP" sz="2400" b="1" dirty="0">
              <a:solidFill>
                <a:srgbClr val="000000"/>
              </a:solidFill>
              <a:latin typeface="Courier Prime"/>
              <a:ea typeface="Courier Prime"/>
              <a:cs typeface="Courier Prime"/>
              <a:sym typeface="Courier Prime"/>
            </a:endParaRPr>
          </a:p>
          <a:p>
            <a:pPr marL="0" lvl="0" indent="0" algn="l">
              <a:lnSpc>
                <a:spcPts val="4160"/>
              </a:lnSpc>
              <a:spcBef>
                <a:spcPct val="0"/>
              </a:spcBef>
            </a:pPr>
            <a:endParaRPr lang="en-US"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endParaRPr lang="en-US" sz="3200" b="1" dirty="0">
              <a:solidFill>
                <a:srgbClr val="000000"/>
              </a:solidFill>
              <a:latin typeface="Courier Prime"/>
              <a:ea typeface="Courier Prime"/>
              <a:cs typeface="Courier Prime"/>
              <a:sym typeface="Courier Prime"/>
            </a:endParaRPr>
          </a:p>
          <a:p>
            <a:pPr marL="0" lvl="0" indent="0" algn="l">
              <a:lnSpc>
                <a:spcPts val="4160"/>
              </a:lnSpc>
              <a:spcBef>
                <a:spcPct val="0"/>
              </a:spcBef>
            </a:pPr>
            <a:r>
              <a:rPr lang="ja-JP" altLang="en-US" sz="4000" b="1" dirty="0">
                <a:solidFill>
                  <a:srgbClr val="000000"/>
                </a:solidFill>
                <a:latin typeface="メイリオ" panose="020B0604030504040204" pitchFamily="50" charset="-128"/>
                <a:ea typeface="メイリオ" panose="020B0604030504040204" pitchFamily="50" charset="-128"/>
                <a:cs typeface="Courier Prime"/>
                <a:sym typeface="Courier Prime"/>
              </a:rPr>
              <a:t>光線で連れてきた人間を改造して地球に送り出し、地上からの攻撃を妨害</a:t>
            </a:r>
            <a:endParaRPr lang="en-US" altLang="ja-JP" sz="4000" b="1" dirty="0">
              <a:solidFill>
                <a:srgbClr val="000000"/>
              </a:solidFill>
              <a:latin typeface="メイリオ" panose="020B0604030504040204" pitchFamily="50" charset="-128"/>
              <a:ea typeface="メイリオ" panose="020B0604030504040204" pitchFamily="50" charset="-128"/>
              <a:cs typeface="Courier Prime"/>
              <a:sym typeface="Courier Prime"/>
            </a:endParaRPr>
          </a:p>
          <a:p>
            <a:pPr marL="0" lvl="0" indent="0" algn="l">
              <a:lnSpc>
                <a:spcPts val="4160"/>
              </a:lnSpc>
              <a:spcBef>
                <a:spcPct val="0"/>
              </a:spcBef>
            </a:pPr>
            <a:r>
              <a:rPr lang="ja-JP" altLang="en-US" sz="4000" b="1" dirty="0">
                <a:solidFill>
                  <a:srgbClr val="000000"/>
                </a:solidFill>
                <a:latin typeface="メイリオ" panose="020B0604030504040204" pitchFamily="50" charset="-128"/>
                <a:ea typeface="メイリオ" panose="020B0604030504040204" pitchFamily="50" charset="-128"/>
                <a:cs typeface="Courier Prime"/>
                <a:sym typeface="Courier Prime"/>
              </a:rPr>
              <a:t>させろ。</a:t>
            </a:r>
            <a:endParaRPr lang="en-US" sz="4000" b="1" dirty="0">
              <a:solidFill>
                <a:srgbClr val="000000"/>
              </a:solidFill>
              <a:latin typeface="メイリオ" panose="020B0604030504040204" pitchFamily="50" charset="-128"/>
              <a:ea typeface="メイリオ" panose="020B0604030504040204" pitchFamily="50" charset="-128"/>
              <a:cs typeface="Courier Prime"/>
              <a:sym typeface="Courier Prime"/>
            </a:endParaRPr>
          </a:p>
        </p:txBody>
      </p:sp>
      <p:pic>
        <p:nvPicPr>
          <p:cNvPr id="6" name="グラフィックス 5" descr="男性 単色塗りつぶし">
            <a:extLst>
              <a:ext uri="{FF2B5EF4-FFF2-40B4-BE49-F238E27FC236}">
                <a16:creationId xmlns:a16="http://schemas.microsoft.com/office/drawing/2014/main" id="{55E689A8-D5AD-4ECB-B6FB-B1215F0583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78396" y="5866416"/>
            <a:ext cx="2330486" cy="2330486"/>
          </a:xfrm>
          <a:prstGeom prst="rect">
            <a:avLst/>
          </a:prstGeom>
        </p:spPr>
      </p:pic>
      <p:sp>
        <p:nvSpPr>
          <p:cNvPr id="51" name="TextBox 7">
            <a:extLst>
              <a:ext uri="{FF2B5EF4-FFF2-40B4-BE49-F238E27FC236}">
                <a16:creationId xmlns:a16="http://schemas.microsoft.com/office/drawing/2014/main" id="{1855796A-74F4-414B-887A-F1B636A125D3}"/>
              </a:ext>
            </a:extLst>
          </p:cNvPr>
          <p:cNvSpPr txBox="1"/>
          <p:nvPr/>
        </p:nvSpPr>
        <p:spPr>
          <a:xfrm>
            <a:off x="946033" y="9160550"/>
            <a:ext cx="17492055" cy="588623"/>
          </a:xfrm>
          <a:prstGeom prst="rect">
            <a:avLst/>
          </a:prstGeom>
        </p:spPr>
        <p:txBody>
          <a:bodyPr wrap="square" lIns="0" tIns="0" rIns="0" bIns="0" rtlCol="0" anchor="t">
            <a:spAutoFit/>
          </a:bodyPr>
          <a:lstStyle/>
          <a:p>
            <a:pPr>
              <a:lnSpc>
                <a:spcPts val="4160"/>
              </a:lnSpc>
              <a:spcBef>
                <a:spcPct val="0"/>
              </a:spcBef>
            </a:pPr>
            <a:r>
              <a:rPr lang="ja-JP" altLang="en-US" sz="4800" b="1" dirty="0">
                <a:solidFill>
                  <a:srgbClr val="000000"/>
                </a:solidFill>
                <a:highlight>
                  <a:srgbClr val="00FFFF"/>
                </a:highlight>
                <a:latin typeface="Courier Prime"/>
                <a:ea typeface="Courier Prime"/>
                <a:cs typeface="Courier Prime"/>
                <a:sym typeface="Courier Prime"/>
              </a:rPr>
              <a:t>ゲームの世界観を深め、没頭することができる</a:t>
            </a:r>
            <a:endParaRPr lang="en-US" altLang="ja-JP" sz="4800" b="1" dirty="0">
              <a:solidFill>
                <a:srgbClr val="000000"/>
              </a:solidFill>
              <a:highlight>
                <a:srgbClr val="00FFFF"/>
              </a:highlight>
              <a:latin typeface="Courier Prime"/>
              <a:ea typeface="Courier Prime"/>
              <a:cs typeface="Courier Prime"/>
              <a:sym typeface="Courier Prime"/>
            </a:endParaRPr>
          </a:p>
        </p:txBody>
      </p:sp>
      <p:pic>
        <p:nvPicPr>
          <p:cNvPr id="11" name="グラフィックス 10" descr="矢印: 直線 単色塗りつぶし">
            <a:extLst>
              <a:ext uri="{FF2B5EF4-FFF2-40B4-BE49-F238E27FC236}">
                <a16:creationId xmlns:a16="http://schemas.microsoft.com/office/drawing/2014/main" id="{5D43F08C-5FA8-410F-9488-A0D407FB98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flipH="1">
            <a:off x="4025633" y="6167930"/>
            <a:ext cx="1613860" cy="1613860"/>
          </a:xfrm>
          <a:prstGeom prst="rect">
            <a:avLst/>
          </a:prstGeom>
        </p:spPr>
      </p:pic>
      <p:pic>
        <p:nvPicPr>
          <p:cNvPr id="27" name="グラフィックス 26" descr="矢印: 直線 単色塗りつぶし">
            <a:extLst>
              <a:ext uri="{FF2B5EF4-FFF2-40B4-BE49-F238E27FC236}">
                <a16:creationId xmlns:a16="http://schemas.microsoft.com/office/drawing/2014/main" id="{7CD97621-8DA3-43B2-837B-C5680B31167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flipH="1">
            <a:off x="9617016" y="6224729"/>
            <a:ext cx="1613860" cy="1613860"/>
          </a:xfrm>
          <a:prstGeom prst="rect">
            <a:avLst/>
          </a:prstGeom>
        </p:spPr>
      </p:pic>
      <p:sp>
        <p:nvSpPr>
          <p:cNvPr id="13" name="テキスト ボックス 12">
            <a:extLst>
              <a:ext uri="{FF2B5EF4-FFF2-40B4-BE49-F238E27FC236}">
                <a16:creationId xmlns:a16="http://schemas.microsoft.com/office/drawing/2014/main" id="{A2455550-2CB6-4846-A58E-CA69BA4168DE}"/>
              </a:ext>
            </a:extLst>
          </p:cNvPr>
          <p:cNvSpPr txBox="1"/>
          <p:nvPr/>
        </p:nvSpPr>
        <p:spPr>
          <a:xfrm>
            <a:off x="11811000" y="6555070"/>
            <a:ext cx="5354298" cy="1077218"/>
          </a:xfrm>
          <a:prstGeom prst="rect">
            <a:avLst/>
          </a:prstGeom>
          <a:noFill/>
        </p:spPr>
        <p:txBody>
          <a:bodyPr wrap="square" rtlCol="0">
            <a:spAutoFit/>
          </a:bodyPr>
          <a:lstStyle/>
          <a:p>
            <a:r>
              <a:rPr kumimoji="1" lang="ja-JP" altLang="en-US" sz="3200" dirty="0">
                <a:latin typeface="メイリオ" panose="020B0604030504040204" pitchFamily="50" charset="-128"/>
                <a:ea typeface="メイリオ" panose="020B0604030504040204" pitchFamily="50" charset="-128"/>
              </a:rPr>
              <a:t>地上から攻撃しているオブジェクトを破壊する</a:t>
            </a:r>
          </a:p>
        </p:txBody>
      </p:sp>
    </p:spTree>
    <p:extLst>
      <p:ext uri="{BB962C8B-B14F-4D97-AF65-F5344CB8AC3E}">
        <p14:creationId xmlns:p14="http://schemas.microsoft.com/office/powerpoint/2010/main" val="727315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Freeform 2"/>
          <p:cNvSpPr/>
          <p:nvPr/>
        </p:nvSpPr>
        <p:spPr>
          <a:xfrm rot="-380650">
            <a:off x="6667222" y="838430"/>
            <a:ext cx="10556297" cy="5915925"/>
          </a:xfrm>
          <a:custGeom>
            <a:avLst/>
            <a:gdLst/>
            <a:ahLst/>
            <a:cxnLst/>
            <a:rect l="l" t="t" r="r" b="b"/>
            <a:pathLst>
              <a:path w="10556297" h="5915925">
                <a:moveTo>
                  <a:pt x="0" y="0"/>
                </a:moveTo>
                <a:lnTo>
                  <a:pt x="10556298" y="0"/>
                </a:lnTo>
                <a:lnTo>
                  <a:pt x="10556298" y="5915925"/>
                </a:lnTo>
                <a:lnTo>
                  <a:pt x="0" y="5915925"/>
                </a:lnTo>
                <a:lnTo>
                  <a:pt x="0" y="0"/>
                </a:lnTo>
                <a:close/>
              </a:path>
            </a:pathLst>
          </a:custGeom>
          <a:blipFill>
            <a:blip r:embed="rId2"/>
            <a:stretch>
              <a:fillRect/>
            </a:stretch>
          </a:blipFill>
          <a:ln w="142875" cap="sq">
            <a:solidFill>
              <a:srgbClr val="FAFAFA"/>
            </a:solidFill>
            <a:prstDash val="solid"/>
            <a:miter/>
          </a:ln>
        </p:spPr>
      </p:sp>
      <p:sp>
        <p:nvSpPr>
          <p:cNvPr id="3" name="TextBox 3"/>
          <p:cNvSpPr txBox="1"/>
          <p:nvPr/>
        </p:nvSpPr>
        <p:spPr>
          <a:xfrm>
            <a:off x="1028700" y="981075"/>
            <a:ext cx="2893591" cy="349250"/>
          </a:xfrm>
          <a:prstGeom prst="rect">
            <a:avLst/>
          </a:prstGeom>
        </p:spPr>
        <p:txBody>
          <a:bodyPr lIns="0" tIns="0" rIns="0" bIns="0" rtlCol="0" anchor="t">
            <a:spAutoFit/>
          </a:bodyPr>
          <a:lstStyle/>
          <a:p>
            <a:pPr marL="0" lvl="0" indent="0" algn="l">
              <a:lnSpc>
                <a:spcPts val="2799"/>
              </a:lnSpc>
              <a:spcBef>
                <a:spcPct val="0"/>
              </a:spcBef>
            </a:pPr>
            <a:r>
              <a:rPr lang="en-US" sz="1999">
                <a:solidFill>
                  <a:srgbClr val="000000"/>
                </a:solidFill>
                <a:latin typeface="Courier Prime"/>
                <a:ea typeface="Courier Prime"/>
                <a:cs typeface="Courier Prime"/>
                <a:sym typeface="Courier Prime"/>
              </a:rPr>
              <a:t>Credits &amp; Recources</a:t>
            </a:r>
          </a:p>
        </p:txBody>
      </p:sp>
      <p:sp>
        <p:nvSpPr>
          <p:cNvPr id="4" name="TextBox 4"/>
          <p:cNvSpPr txBox="1"/>
          <p:nvPr/>
        </p:nvSpPr>
        <p:spPr>
          <a:xfrm>
            <a:off x="1161247" y="4555568"/>
            <a:ext cx="5707498" cy="933450"/>
          </a:xfrm>
          <a:prstGeom prst="rect">
            <a:avLst/>
          </a:prstGeom>
        </p:spPr>
        <p:txBody>
          <a:bodyPr lIns="0" tIns="0" rIns="0" bIns="0" rtlCol="0" anchor="t">
            <a:spAutoFit/>
          </a:bodyPr>
          <a:lstStyle/>
          <a:p>
            <a:pPr marL="431802" lvl="1" indent="-215901" algn="l">
              <a:lnSpc>
                <a:spcPts val="2400"/>
              </a:lnSpc>
              <a:buAutoNum type="arabicPeriod"/>
            </a:pPr>
            <a:r>
              <a:rPr lang="en-US" sz="2000" u="none" strike="noStrike">
                <a:solidFill>
                  <a:srgbClr val="000000"/>
                </a:solidFill>
                <a:latin typeface="Courier Prime"/>
                <a:ea typeface="Courier Prime"/>
                <a:cs typeface="Courier Prime"/>
                <a:sym typeface="Courier Prime"/>
              </a:rPr>
              <a:t>SlidesCarnival for the presentation template</a:t>
            </a:r>
          </a:p>
          <a:p>
            <a:pPr marL="431802" lvl="1" indent="-215901" algn="l">
              <a:lnSpc>
                <a:spcPts val="2400"/>
              </a:lnSpc>
              <a:buAutoNum type="arabicPeriod"/>
            </a:pPr>
            <a:r>
              <a:rPr lang="en-US" sz="2000" u="none" strike="noStrike">
                <a:solidFill>
                  <a:srgbClr val="000000"/>
                </a:solidFill>
                <a:latin typeface="Courier Prime"/>
                <a:ea typeface="Courier Prime"/>
                <a:cs typeface="Courier Prime"/>
                <a:sym typeface="Courier Prime"/>
              </a:rPr>
              <a:t>Pexels for the photos</a:t>
            </a:r>
          </a:p>
        </p:txBody>
      </p:sp>
      <p:sp>
        <p:nvSpPr>
          <p:cNvPr id="5" name="Freeform 5"/>
          <p:cNvSpPr/>
          <p:nvPr/>
        </p:nvSpPr>
        <p:spPr>
          <a:xfrm>
            <a:off x="3204620" y="6202482"/>
            <a:ext cx="5935633" cy="5534977"/>
          </a:xfrm>
          <a:custGeom>
            <a:avLst/>
            <a:gdLst/>
            <a:ahLst/>
            <a:cxnLst/>
            <a:rect l="l" t="t" r="r" b="b"/>
            <a:pathLst>
              <a:path w="5935633" h="5534977">
                <a:moveTo>
                  <a:pt x="0" y="0"/>
                </a:moveTo>
                <a:lnTo>
                  <a:pt x="5935632" y="0"/>
                </a:lnTo>
                <a:lnTo>
                  <a:pt x="5935632" y="5534977"/>
                </a:lnTo>
                <a:lnTo>
                  <a:pt x="0" y="5534977"/>
                </a:lnTo>
                <a:lnTo>
                  <a:pt x="0" y="0"/>
                </a:lnTo>
                <a:close/>
              </a:path>
            </a:pathLst>
          </a:custGeom>
          <a:blipFill>
            <a:blip r:embed="rId3">
              <a:alphaModFix amt="43000"/>
            </a:blip>
            <a:stretch>
              <a:fillRect/>
            </a:stretch>
          </a:blipFill>
        </p:spPr>
      </p:sp>
      <p:sp>
        <p:nvSpPr>
          <p:cNvPr id="6" name="TextBox 6"/>
          <p:cNvSpPr txBox="1"/>
          <p:nvPr/>
        </p:nvSpPr>
        <p:spPr>
          <a:xfrm>
            <a:off x="1028700" y="2869086"/>
            <a:ext cx="5734148" cy="1281430"/>
          </a:xfrm>
          <a:prstGeom prst="rect">
            <a:avLst/>
          </a:prstGeom>
        </p:spPr>
        <p:txBody>
          <a:bodyPr lIns="0" tIns="0" rIns="0" bIns="0" rtlCol="0" anchor="t">
            <a:spAutoFit/>
          </a:bodyPr>
          <a:lstStyle/>
          <a:p>
            <a:pPr marL="0" lvl="0" indent="0" algn="l">
              <a:lnSpc>
                <a:spcPts val="3380"/>
              </a:lnSpc>
              <a:spcBef>
                <a:spcPct val="0"/>
              </a:spcBef>
            </a:pPr>
            <a:r>
              <a:rPr lang="en-US" sz="2600" u="none" strike="noStrike">
                <a:solidFill>
                  <a:srgbClr val="000000"/>
                </a:solidFill>
                <a:latin typeface="Courier Prime"/>
                <a:ea typeface="Courier Prime"/>
                <a:cs typeface="Courier Prime"/>
                <a:sym typeface="Courier Prime"/>
              </a:rPr>
              <a:t>This presentation template is free for everyone to use thanks to the following:</a:t>
            </a:r>
          </a:p>
        </p:txBody>
      </p:sp>
      <p:sp>
        <p:nvSpPr>
          <p:cNvPr id="7" name="TextBox 7"/>
          <p:cNvSpPr txBox="1"/>
          <p:nvPr/>
        </p:nvSpPr>
        <p:spPr>
          <a:xfrm rot="-413708">
            <a:off x="9619151" y="6931790"/>
            <a:ext cx="7754466" cy="2873376"/>
          </a:xfrm>
          <a:prstGeom prst="rect">
            <a:avLst/>
          </a:prstGeom>
        </p:spPr>
        <p:txBody>
          <a:bodyPr lIns="0" tIns="0" rIns="0" bIns="0" rtlCol="0" anchor="t">
            <a:spAutoFit/>
          </a:bodyPr>
          <a:lstStyle/>
          <a:p>
            <a:pPr marL="0" lvl="0" indent="0" algn="l">
              <a:lnSpc>
                <a:spcPts val="11020"/>
              </a:lnSpc>
            </a:pPr>
            <a:r>
              <a:rPr lang="en-US" sz="11600">
                <a:solidFill>
                  <a:srgbClr val="D15D5A"/>
                </a:solidFill>
                <a:latin typeface="Carter One"/>
                <a:ea typeface="Carter One"/>
                <a:cs typeface="Carter One"/>
                <a:sym typeface="Carter One"/>
              </a:rPr>
              <a:t>H</a:t>
            </a:r>
            <a:r>
              <a:rPr lang="en-US" sz="11600" u="none" strike="noStrike">
                <a:solidFill>
                  <a:srgbClr val="D15D5A"/>
                </a:solidFill>
                <a:latin typeface="Carter One"/>
                <a:ea typeface="Carter One"/>
                <a:cs typeface="Carter One"/>
                <a:sym typeface="Carter One"/>
              </a:rPr>
              <a:t>appy</a:t>
            </a:r>
          </a:p>
          <a:p>
            <a:pPr marL="0" lvl="0" indent="0" algn="l">
              <a:lnSpc>
                <a:spcPts val="11020"/>
              </a:lnSpc>
            </a:pPr>
            <a:r>
              <a:rPr lang="en-US" sz="11600" u="none" strike="noStrike">
                <a:solidFill>
                  <a:srgbClr val="D15D5A"/>
                </a:solidFill>
                <a:latin typeface="Carter One"/>
                <a:ea typeface="Carter One"/>
                <a:cs typeface="Carter One"/>
                <a:sym typeface="Carter One"/>
              </a:rPr>
              <a:t>designing! </a:t>
            </a:r>
          </a:p>
        </p:txBody>
      </p:sp>
      <p:sp>
        <p:nvSpPr>
          <p:cNvPr id="8" name="TextBox 8"/>
          <p:cNvSpPr txBox="1"/>
          <p:nvPr/>
        </p:nvSpPr>
        <p:spPr>
          <a:xfrm>
            <a:off x="1028700" y="5884545"/>
            <a:ext cx="6060721" cy="852805"/>
          </a:xfrm>
          <a:prstGeom prst="rect">
            <a:avLst/>
          </a:prstGeom>
        </p:spPr>
        <p:txBody>
          <a:bodyPr lIns="0" tIns="0" rIns="0" bIns="0" rtlCol="0" anchor="t">
            <a:spAutoFit/>
          </a:bodyPr>
          <a:lstStyle/>
          <a:p>
            <a:pPr marL="0" lvl="0" indent="0" algn="l">
              <a:lnSpc>
                <a:spcPts val="3380"/>
              </a:lnSpc>
              <a:spcBef>
                <a:spcPct val="0"/>
              </a:spcBef>
            </a:pPr>
            <a:r>
              <a:rPr lang="en-US" sz="2600" u="none" strike="noStrike">
                <a:solidFill>
                  <a:srgbClr val="000000"/>
                </a:solidFill>
                <a:latin typeface="Courier Prime"/>
                <a:ea typeface="Courier Prime"/>
                <a:cs typeface="Courier Prime"/>
                <a:sym typeface="Courier Prime"/>
              </a:rPr>
              <a:t>This presentation template uses the following free fonts:</a:t>
            </a:r>
          </a:p>
        </p:txBody>
      </p:sp>
      <p:sp>
        <p:nvSpPr>
          <p:cNvPr id="9" name="TextBox 9"/>
          <p:cNvSpPr txBox="1"/>
          <p:nvPr/>
        </p:nvSpPr>
        <p:spPr>
          <a:xfrm>
            <a:off x="1161247" y="7141903"/>
            <a:ext cx="4086746" cy="933450"/>
          </a:xfrm>
          <a:prstGeom prst="rect">
            <a:avLst/>
          </a:prstGeom>
        </p:spPr>
        <p:txBody>
          <a:bodyPr lIns="0" tIns="0" rIns="0" bIns="0" rtlCol="0" anchor="t">
            <a:spAutoFit/>
          </a:bodyPr>
          <a:lstStyle/>
          <a:p>
            <a:pPr marL="431802" lvl="1" indent="-215901" algn="l">
              <a:lnSpc>
                <a:spcPts val="2400"/>
              </a:lnSpc>
              <a:spcBef>
                <a:spcPct val="0"/>
              </a:spcBef>
              <a:buAutoNum type="arabicPeriod"/>
            </a:pPr>
            <a:r>
              <a:rPr lang="en-US" sz="2000" u="none" strike="noStrike">
                <a:solidFill>
                  <a:srgbClr val="000000"/>
                </a:solidFill>
                <a:latin typeface="Courier Prime"/>
                <a:ea typeface="Courier Prime"/>
                <a:cs typeface="Courier Prime"/>
                <a:sym typeface="Courier Prime"/>
              </a:rPr>
              <a:t>Titles: Carter One</a:t>
            </a:r>
          </a:p>
          <a:p>
            <a:pPr marL="431802" lvl="1" indent="-215901" algn="l">
              <a:lnSpc>
                <a:spcPts val="2400"/>
              </a:lnSpc>
              <a:spcBef>
                <a:spcPct val="0"/>
              </a:spcBef>
              <a:buAutoNum type="arabicPeriod"/>
            </a:pPr>
            <a:r>
              <a:rPr lang="en-US" sz="2000" u="none" strike="noStrike">
                <a:solidFill>
                  <a:srgbClr val="000000"/>
                </a:solidFill>
                <a:latin typeface="Courier Prime"/>
                <a:ea typeface="Courier Prime"/>
                <a:cs typeface="Courier Prime"/>
                <a:sym typeface="Courier Prime"/>
              </a:rPr>
              <a:t>Headers: Carter One</a:t>
            </a:r>
          </a:p>
          <a:p>
            <a:pPr marL="431802" lvl="1" indent="-215901" algn="l">
              <a:lnSpc>
                <a:spcPts val="2400"/>
              </a:lnSpc>
              <a:spcBef>
                <a:spcPct val="0"/>
              </a:spcBef>
              <a:buAutoNum type="arabicPeriod"/>
            </a:pPr>
            <a:r>
              <a:rPr lang="en-US" sz="2000" u="none" strike="noStrike">
                <a:solidFill>
                  <a:srgbClr val="000000"/>
                </a:solidFill>
                <a:latin typeface="Courier Prime"/>
                <a:ea typeface="Courier Prime"/>
                <a:cs typeface="Courier Prime"/>
                <a:sym typeface="Courier Prime"/>
              </a:rPr>
              <a:t>Body Copy: Courier Prime</a:t>
            </a:r>
          </a:p>
        </p:txBody>
      </p:sp>
      <p:sp>
        <p:nvSpPr>
          <p:cNvPr id="10" name="Freeform 10"/>
          <p:cNvSpPr/>
          <p:nvPr/>
        </p:nvSpPr>
        <p:spPr>
          <a:xfrm rot="4834818">
            <a:off x="9637096" y="-487077"/>
            <a:ext cx="1730467" cy="3062774"/>
          </a:xfrm>
          <a:custGeom>
            <a:avLst/>
            <a:gdLst/>
            <a:ahLst/>
            <a:cxnLst/>
            <a:rect l="l" t="t" r="r" b="b"/>
            <a:pathLst>
              <a:path w="1730467" h="3062774">
                <a:moveTo>
                  <a:pt x="0" y="0"/>
                </a:moveTo>
                <a:lnTo>
                  <a:pt x="1730467" y="0"/>
                </a:lnTo>
                <a:lnTo>
                  <a:pt x="1730467" y="3062774"/>
                </a:lnTo>
                <a:lnTo>
                  <a:pt x="0" y="3062774"/>
                </a:lnTo>
                <a:lnTo>
                  <a:pt x="0" y="0"/>
                </a:lnTo>
                <a:close/>
              </a:path>
            </a:pathLst>
          </a:custGeom>
          <a:blipFill>
            <a:blip r:embed="rId4"/>
            <a:stretch>
              <a:fillRect/>
            </a:stretch>
          </a:blipFill>
        </p:spPr>
      </p:sp>
      <p:sp>
        <p:nvSpPr>
          <p:cNvPr id="11" name="Freeform 11"/>
          <p:cNvSpPr/>
          <p:nvPr/>
        </p:nvSpPr>
        <p:spPr>
          <a:xfrm>
            <a:off x="3749" y="0"/>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5">
              <a:alphaModFix amt="8999"/>
            </a:blip>
            <a:stretch>
              <a:fillRect t="-8879" b="-8879"/>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7EE"/>
        </a:solidFill>
        <a:effectLst/>
      </p:bgPr>
    </p:bg>
    <p:spTree>
      <p:nvGrpSpPr>
        <p:cNvPr id="1" name=""/>
        <p:cNvGrpSpPr/>
        <p:nvPr/>
      </p:nvGrpSpPr>
      <p:grpSpPr>
        <a:xfrm>
          <a:off x="0" y="0"/>
          <a:ext cx="0" cy="0"/>
          <a:chOff x="0" y="0"/>
          <a:chExt cx="0" cy="0"/>
        </a:xfrm>
      </p:grpSpPr>
      <p:sp>
        <p:nvSpPr>
          <p:cNvPr id="2" name="TextBox 2"/>
          <p:cNvSpPr txBox="1"/>
          <p:nvPr/>
        </p:nvSpPr>
        <p:spPr>
          <a:xfrm>
            <a:off x="1580889" y="2991153"/>
            <a:ext cx="15126223" cy="4357285"/>
          </a:xfrm>
          <a:prstGeom prst="rect">
            <a:avLst/>
          </a:prstGeom>
        </p:spPr>
        <p:txBody>
          <a:bodyPr lIns="0" tIns="0" rIns="0" bIns="0" rtlCol="0" anchor="t">
            <a:spAutoFit/>
          </a:bodyPr>
          <a:lstStyle/>
          <a:p>
            <a:pPr marL="0" lvl="0" indent="0" algn="ctr">
              <a:lnSpc>
                <a:spcPts val="11127"/>
              </a:lnSpc>
              <a:spcBef>
                <a:spcPct val="0"/>
              </a:spcBef>
            </a:pPr>
            <a:r>
              <a:rPr lang="en-US" sz="12364" u="none" strike="noStrike">
                <a:solidFill>
                  <a:srgbClr val="D15D5A"/>
                </a:solidFill>
                <a:latin typeface="Carter One"/>
                <a:ea typeface="Carter One"/>
                <a:cs typeface="Carter One"/>
                <a:sym typeface="Carter One"/>
              </a:rPr>
              <a:t>Free templates</a:t>
            </a:r>
          </a:p>
          <a:p>
            <a:pPr marL="0" lvl="0" indent="0" algn="ctr">
              <a:lnSpc>
                <a:spcPts val="11127"/>
              </a:lnSpc>
              <a:spcBef>
                <a:spcPct val="0"/>
              </a:spcBef>
            </a:pPr>
            <a:r>
              <a:rPr lang="en-US" sz="12364" u="none" strike="noStrike">
                <a:solidFill>
                  <a:srgbClr val="D15D5A"/>
                </a:solidFill>
                <a:latin typeface="Carter One"/>
                <a:ea typeface="Carter One"/>
                <a:cs typeface="Carter One"/>
                <a:sym typeface="Carter One"/>
              </a:rPr>
              <a:t>for all your presentation needs</a:t>
            </a:r>
          </a:p>
        </p:txBody>
      </p:sp>
      <p:sp>
        <p:nvSpPr>
          <p:cNvPr id="3" name="Freeform 3"/>
          <p:cNvSpPr/>
          <p:nvPr/>
        </p:nvSpPr>
        <p:spPr>
          <a:xfrm>
            <a:off x="7817784" y="1623134"/>
            <a:ext cx="2652432" cy="663108"/>
          </a:xfrm>
          <a:custGeom>
            <a:avLst/>
            <a:gdLst/>
            <a:ahLst/>
            <a:cxnLst/>
            <a:rect l="l" t="t" r="r" b="b"/>
            <a:pathLst>
              <a:path w="2652432" h="663108">
                <a:moveTo>
                  <a:pt x="0" y="0"/>
                </a:moveTo>
                <a:lnTo>
                  <a:pt x="2652432" y="0"/>
                </a:lnTo>
                <a:lnTo>
                  <a:pt x="2652432" y="663108"/>
                </a:lnTo>
                <a:lnTo>
                  <a:pt x="0" y="6631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319580" y="7974384"/>
            <a:ext cx="2981792" cy="1009650"/>
          </a:xfrm>
          <a:prstGeom prst="rect">
            <a:avLst/>
          </a:prstGeom>
        </p:spPr>
        <p:txBody>
          <a:bodyPr lIns="0" tIns="0" rIns="0" bIns="0" rtlCol="0" anchor="t">
            <a:spAutoFit/>
          </a:bodyPr>
          <a:lstStyle/>
          <a:p>
            <a:pPr algn="ctr">
              <a:lnSpc>
                <a:spcPts val="2640"/>
              </a:lnSpc>
            </a:pPr>
            <a:r>
              <a:rPr lang="en-US" sz="2200">
                <a:solidFill>
                  <a:srgbClr val="000000"/>
                </a:solidFill>
                <a:latin typeface="Courier Prime"/>
                <a:ea typeface="Courier Prime"/>
                <a:cs typeface="Courier Prime"/>
                <a:sym typeface="Courier Prime"/>
              </a:rPr>
              <a:t>For PowerPoint, Google Slides, and Canva</a:t>
            </a:r>
          </a:p>
        </p:txBody>
      </p:sp>
      <p:sp>
        <p:nvSpPr>
          <p:cNvPr id="5" name="TextBox 5"/>
          <p:cNvSpPr txBox="1"/>
          <p:nvPr/>
        </p:nvSpPr>
        <p:spPr>
          <a:xfrm>
            <a:off x="5495612" y="7974384"/>
            <a:ext cx="3038475" cy="1009650"/>
          </a:xfrm>
          <a:prstGeom prst="rect">
            <a:avLst/>
          </a:prstGeom>
        </p:spPr>
        <p:txBody>
          <a:bodyPr lIns="0" tIns="0" rIns="0" bIns="0" rtlCol="0" anchor="t">
            <a:spAutoFit/>
          </a:bodyPr>
          <a:lstStyle/>
          <a:p>
            <a:pPr marL="0" lvl="0" indent="0" algn="ctr">
              <a:lnSpc>
                <a:spcPts val="2640"/>
              </a:lnSpc>
              <a:spcBef>
                <a:spcPct val="0"/>
              </a:spcBef>
            </a:pPr>
            <a:r>
              <a:rPr lang="en-US" sz="2200" u="none" strike="noStrike">
                <a:solidFill>
                  <a:srgbClr val="000000"/>
                </a:solidFill>
                <a:latin typeface="Courier Prime"/>
                <a:ea typeface="Courier Prime"/>
                <a:cs typeface="Courier Prime"/>
                <a:sym typeface="Courier Prime"/>
              </a:rPr>
              <a:t>100% free for personal or commercial use</a:t>
            </a:r>
          </a:p>
        </p:txBody>
      </p:sp>
      <p:sp>
        <p:nvSpPr>
          <p:cNvPr id="6" name="TextBox 6"/>
          <p:cNvSpPr txBox="1"/>
          <p:nvPr/>
        </p:nvSpPr>
        <p:spPr>
          <a:xfrm>
            <a:off x="9542272" y="7974384"/>
            <a:ext cx="3301374" cy="1009650"/>
          </a:xfrm>
          <a:prstGeom prst="rect">
            <a:avLst/>
          </a:prstGeom>
        </p:spPr>
        <p:txBody>
          <a:bodyPr lIns="0" tIns="0" rIns="0" bIns="0" rtlCol="0" anchor="t">
            <a:spAutoFit/>
          </a:bodyPr>
          <a:lstStyle/>
          <a:p>
            <a:pPr marL="0" lvl="0" indent="0" algn="ctr">
              <a:lnSpc>
                <a:spcPts val="2640"/>
              </a:lnSpc>
              <a:spcBef>
                <a:spcPct val="0"/>
              </a:spcBef>
            </a:pPr>
            <a:r>
              <a:rPr lang="en-US" sz="2200" u="none" strike="noStrike">
                <a:solidFill>
                  <a:srgbClr val="000000"/>
                </a:solidFill>
                <a:latin typeface="Courier Prime"/>
                <a:ea typeface="Courier Prime"/>
                <a:cs typeface="Courier Prime"/>
                <a:sym typeface="Courier Prime"/>
              </a:rPr>
              <a:t>Ready to use, professional, and customizable</a:t>
            </a:r>
          </a:p>
        </p:txBody>
      </p:sp>
      <p:sp>
        <p:nvSpPr>
          <p:cNvPr id="7" name="TextBox 7"/>
          <p:cNvSpPr txBox="1"/>
          <p:nvPr/>
        </p:nvSpPr>
        <p:spPr>
          <a:xfrm>
            <a:off x="13853296" y="7974384"/>
            <a:ext cx="3100793" cy="1009650"/>
          </a:xfrm>
          <a:prstGeom prst="rect">
            <a:avLst/>
          </a:prstGeom>
        </p:spPr>
        <p:txBody>
          <a:bodyPr lIns="0" tIns="0" rIns="0" bIns="0" rtlCol="0" anchor="t">
            <a:spAutoFit/>
          </a:bodyPr>
          <a:lstStyle/>
          <a:p>
            <a:pPr marL="0" lvl="0" indent="0" algn="ctr">
              <a:lnSpc>
                <a:spcPts val="2640"/>
              </a:lnSpc>
              <a:spcBef>
                <a:spcPct val="0"/>
              </a:spcBef>
            </a:pPr>
            <a:r>
              <a:rPr lang="en-US" sz="2200" u="none" strike="noStrike">
                <a:solidFill>
                  <a:srgbClr val="000000"/>
                </a:solidFill>
                <a:latin typeface="Courier Prime"/>
                <a:ea typeface="Courier Prime"/>
                <a:cs typeface="Courier Prime"/>
                <a:sym typeface="Courier Prime"/>
              </a:rPr>
              <a:t>Blow your audience away with attractive visuals</a:t>
            </a:r>
          </a:p>
        </p:txBody>
      </p:sp>
      <p:sp>
        <p:nvSpPr>
          <p:cNvPr id="8" name="Freeform 8"/>
          <p:cNvSpPr/>
          <p:nvPr/>
        </p:nvSpPr>
        <p:spPr>
          <a:xfrm>
            <a:off x="0" y="-97991"/>
            <a:ext cx="18288000" cy="10346891"/>
          </a:xfrm>
          <a:custGeom>
            <a:avLst/>
            <a:gdLst/>
            <a:ahLst/>
            <a:cxnLst/>
            <a:rect l="l" t="t" r="r" b="b"/>
            <a:pathLst>
              <a:path w="18288000" h="10346891">
                <a:moveTo>
                  <a:pt x="0" y="0"/>
                </a:moveTo>
                <a:lnTo>
                  <a:pt x="18288000" y="0"/>
                </a:lnTo>
                <a:lnTo>
                  <a:pt x="18288000" y="10346891"/>
                </a:lnTo>
                <a:lnTo>
                  <a:pt x="0" y="10346891"/>
                </a:lnTo>
                <a:lnTo>
                  <a:pt x="0" y="0"/>
                </a:lnTo>
                <a:close/>
              </a:path>
            </a:pathLst>
          </a:custGeom>
          <a:blipFill>
            <a:blip r:embed="rId4">
              <a:alphaModFix amt="8999"/>
            </a:blip>
            <a:stretch>
              <a:fillRect t="-8879" b="-8879"/>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2722</TotalTime>
  <Words>896</Words>
  <Application>Microsoft Office PowerPoint</Application>
  <PresentationFormat>ユーザー設定</PresentationFormat>
  <Paragraphs>126</Paragraphs>
  <Slides>16</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16</vt:i4>
      </vt:variant>
    </vt:vector>
  </HeadingPairs>
  <TitlesOfParts>
    <vt:vector size="23" baseType="lpstr">
      <vt:lpstr>Arial</vt:lpstr>
      <vt:lpstr>メイリオ</vt:lpstr>
      <vt:lpstr>Calibri</vt:lpstr>
      <vt:lpstr>Carter One</vt:lpstr>
      <vt:lpstr>游ゴシック</vt:lpstr>
      <vt:lpstr>Courier Prime</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UFO Day Minitheme</dc:title>
  <dc:creator>赤木厳仁</dc:creator>
  <cp:lastModifiedBy>厳仁 赤木</cp:lastModifiedBy>
  <cp:revision>62</cp:revision>
  <dcterms:created xsi:type="dcterms:W3CDTF">2006-08-16T00:00:00Z</dcterms:created>
  <dcterms:modified xsi:type="dcterms:W3CDTF">2026-10-09T06:21:07Z</dcterms:modified>
  <dc:identifier>DAHXDFu2-Z0</dc:identifier>
</cp:coreProperties>
</file>